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handoutMasterIdLst>
    <p:handoutMasterId r:id="rId10"/>
  </p:handoutMasterIdLst>
  <p:sldIdLst>
    <p:sldId id="279" r:id="rId2"/>
    <p:sldId id="283" r:id="rId3"/>
    <p:sldId id="277" r:id="rId4"/>
    <p:sldId id="292" r:id="rId5"/>
    <p:sldId id="290" r:id="rId6"/>
    <p:sldId id="294" r:id="rId7"/>
    <p:sldId id="293" r:id="rId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6"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80" autoAdjust="0"/>
  </p:normalViewPr>
  <p:slideViewPr>
    <p:cSldViewPr>
      <p:cViewPr varScale="1">
        <p:scale>
          <a:sx n="82" d="100"/>
          <a:sy n="82" d="100"/>
        </p:scale>
        <p:origin x="720" y="72"/>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esh thorat" userId="02ce78c8708455d8" providerId="LiveId" clId="{D2FA8E09-E723-4E6E-86C4-6D3AD7F039AD}"/>
    <pc:docChg chg="custSel addSld delSld modSld sldOrd">
      <pc:chgData name="rushikesh thorat" userId="02ce78c8708455d8" providerId="LiveId" clId="{D2FA8E09-E723-4E6E-86C4-6D3AD7F039AD}" dt="2025-11-15T13:36:02.376" v="1278" actId="20577"/>
      <pc:docMkLst>
        <pc:docMk/>
      </pc:docMkLst>
      <pc:sldChg chg="addSp delSp modSp mod">
        <pc:chgData name="rushikesh thorat" userId="02ce78c8708455d8" providerId="LiveId" clId="{D2FA8E09-E723-4E6E-86C4-6D3AD7F039AD}" dt="2025-11-15T08:54:39.515" v="1276" actId="1076"/>
        <pc:sldMkLst>
          <pc:docMk/>
          <pc:sldMk cId="3186028678" sldId="277"/>
        </pc:sldMkLst>
        <pc:spChg chg="mod">
          <ac:chgData name="rushikesh thorat" userId="02ce78c8708455d8" providerId="LiveId" clId="{D2FA8E09-E723-4E6E-86C4-6D3AD7F039AD}" dt="2025-11-15T08:30:12.765" v="1122" actId="113"/>
          <ac:spMkLst>
            <pc:docMk/>
            <pc:sldMk cId="3186028678" sldId="277"/>
            <ac:spMk id="5" creationId="{8514CC99-6BF4-A333-E026-D5C5EA75E35E}"/>
          </ac:spMkLst>
        </pc:spChg>
        <pc:spChg chg="del mod">
          <ac:chgData name="rushikesh thorat" userId="02ce78c8708455d8" providerId="LiveId" clId="{D2FA8E09-E723-4E6E-86C4-6D3AD7F039AD}" dt="2025-11-15T08:54:35.043" v="1275" actId="478"/>
          <ac:spMkLst>
            <pc:docMk/>
            <pc:sldMk cId="3186028678" sldId="277"/>
            <ac:spMk id="7" creationId="{0A4ADA8B-7B92-500E-2B22-1B64157FA0A0}"/>
          </ac:spMkLst>
        </pc:spChg>
        <pc:picChg chg="add mod modCrop">
          <ac:chgData name="rushikesh thorat" userId="02ce78c8708455d8" providerId="LiveId" clId="{D2FA8E09-E723-4E6E-86C4-6D3AD7F039AD}" dt="2025-11-15T08:54:39.515" v="1276" actId="1076"/>
          <ac:picMkLst>
            <pc:docMk/>
            <pc:sldMk cId="3186028678" sldId="277"/>
            <ac:picMk id="4" creationId="{5CCE12A9-703A-CA3E-7617-75AA5290B266}"/>
          </ac:picMkLst>
        </pc:picChg>
      </pc:sldChg>
      <pc:sldChg chg="modSp mod">
        <pc:chgData name="rushikesh thorat" userId="02ce78c8708455d8" providerId="LiveId" clId="{D2FA8E09-E723-4E6E-86C4-6D3AD7F039AD}" dt="2025-11-14T17:17:20.472" v="534" actId="255"/>
        <pc:sldMkLst>
          <pc:docMk/>
          <pc:sldMk cId="1082871649" sldId="279"/>
        </pc:sldMkLst>
        <pc:spChg chg="mod">
          <ac:chgData name="rushikesh thorat" userId="02ce78c8708455d8" providerId="LiveId" clId="{D2FA8E09-E723-4E6E-86C4-6D3AD7F039AD}" dt="2025-11-14T17:17:20.472" v="534" actId="255"/>
          <ac:spMkLst>
            <pc:docMk/>
            <pc:sldMk cId="1082871649" sldId="279"/>
            <ac:spMk id="3" creationId="{00000000-0000-0000-0000-000000000000}"/>
          </ac:spMkLst>
        </pc:spChg>
      </pc:sldChg>
      <pc:sldChg chg="addSp delSp modSp mod">
        <pc:chgData name="rushikesh thorat" userId="02ce78c8708455d8" providerId="LiveId" clId="{D2FA8E09-E723-4E6E-86C4-6D3AD7F039AD}" dt="2025-11-15T08:49:24.594" v="1264" actId="1076"/>
        <pc:sldMkLst>
          <pc:docMk/>
          <pc:sldMk cId="2611363983" sldId="283"/>
        </pc:sldMkLst>
        <pc:spChg chg="del">
          <ac:chgData name="rushikesh thorat" userId="02ce78c8708455d8" providerId="LiveId" clId="{D2FA8E09-E723-4E6E-86C4-6D3AD7F039AD}" dt="2025-11-15T08:32:50.883" v="1226" actId="478"/>
          <ac:spMkLst>
            <pc:docMk/>
            <pc:sldMk cId="2611363983" sldId="283"/>
            <ac:spMk id="2" creationId="{00000000-0000-0000-0000-000000000000}"/>
          </ac:spMkLst>
        </pc:spChg>
        <pc:spChg chg="del">
          <ac:chgData name="rushikesh thorat" userId="02ce78c8708455d8" providerId="LiveId" clId="{D2FA8E09-E723-4E6E-86C4-6D3AD7F039AD}" dt="2025-11-15T08:46:50.130" v="1246" actId="478"/>
          <ac:spMkLst>
            <pc:docMk/>
            <pc:sldMk cId="2611363983" sldId="283"/>
            <ac:spMk id="4" creationId="{00000000-0000-0000-0000-000000000000}"/>
          </ac:spMkLst>
        </pc:spChg>
        <pc:spChg chg="mod">
          <ac:chgData name="rushikesh thorat" userId="02ce78c8708455d8" providerId="LiveId" clId="{D2FA8E09-E723-4E6E-86C4-6D3AD7F039AD}" dt="2025-11-15T08:32:15.483" v="1225" actId="20577"/>
          <ac:spMkLst>
            <pc:docMk/>
            <pc:sldMk cId="2611363983" sldId="283"/>
            <ac:spMk id="5" creationId="{3CBDC3F7-FCA1-BCEF-F2CC-88945FA752EA}"/>
          </ac:spMkLst>
        </pc:spChg>
        <pc:spChg chg="add del mod">
          <ac:chgData name="rushikesh thorat" userId="02ce78c8708455d8" providerId="LiveId" clId="{D2FA8E09-E723-4E6E-86C4-6D3AD7F039AD}" dt="2025-11-15T08:32:54.647" v="1227" actId="478"/>
          <ac:spMkLst>
            <pc:docMk/>
            <pc:sldMk cId="2611363983" sldId="283"/>
            <ac:spMk id="7" creationId="{E7CF889F-9329-2E62-B3D1-73F16B67F1D7}"/>
          </ac:spMkLst>
        </pc:spChg>
        <pc:picChg chg="add del mod">
          <ac:chgData name="rushikesh thorat" userId="02ce78c8708455d8" providerId="LiveId" clId="{D2FA8E09-E723-4E6E-86C4-6D3AD7F039AD}" dt="2025-11-15T08:38:00.615" v="1232" actId="478"/>
          <ac:picMkLst>
            <pc:docMk/>
            <pc:sldMk cId="2611363983" sldId="283"/>
            <ac:picMk id="9" creationId="{12F9EE1B-FA7B-9F5D-61C0-D0FD1B1F3FD1}"/>
          </ac:picMkLst>
        </pc:picChg>
        <pc:picChg chg="add del mod modCrop">
          <ac:chgData name="rushikesh thorat" userId="02ce78c8708455d8" providerId="LiveId" clId="{D2FA8E09-E723-4E6E-86C4-6D3AD7F039AD}" dt="2025-11-15T08:38:53.140" v="1238" actId="478"/>
          <ac:picMkLst>
            <pc:docMk/>
            <pc:sldMk cId="2611363983" sldId="283"/>
            <ac:picMk id="11" creationId="{FA811882-FC85-6884-39E0-39416DF7F39F}"/>
          </ac:picMkLst>
        </pc:picChg>
        <pc:picChg chg="add del mod">
          <ac:chgData name="rushikesh thorat" userId="02ce78c8708455d8" providerId="LiveId" clId="{D2FA8E09-E723-4E6E-86C4-6D3AD7F039AD}" dt="2025-11-15T08:46:53.554" v="1247" actId="478"/>
          <ac:picMkLst>
            <pc:docMk/>
            <pc:sldMk cId="2611363983" sldId="283"/>
            <ac:picMk id="13" creationId="{224CB5CB-95F8-4F69-6FC0-95D09B37E192}"/>
          </ac:picMkLst>
        </pc:picChg>
        <pc:picChg chg="add del mod modCrop">
          <ac:chgData name="rushikesh thorat" userId="02ce78c8708455d8" providerId="LiveId" clId="{D2FA8E09-E723-4E6E-86C4-6D3AD7F039AD}" dt="2025-11-15T08:48:12.653" v="1256" actId="478"/>
          <ac:picMkLst>
            <pc:docMk/>
            <pc:sldMk cId="2611363983" sldId="283"/>
            <ac:picMk id="15" creationId="{F6295C08-55C8-9CFA-FD7A-DA7AAB0DFB52}"/>
          </ac:picMkLst>
        </pc:picChg>
        <pc:picChg chg="add del mod modCrop">
          <ac:chgData name="rushikesh thorat" userId="02ce78c8708455d8" providerId="LiveId" clId="{D2FA8E09-E723-4E6E-86C4-6D3AD7F039AD}" dt="2025-11-15T08:49:16.886" v="1262" actId="478"/>
          <ac:picMkLst>
            <pc:docMk/>
            <pc:sldMk cId="2611363983" sldId="283"/>
            <ac:picMk id="17" creationId="{7C63BB13-9FA9-C0AC-E4E5-B6AB43213EDA}"/>
          </ac:picMkLst>
        </pc:picChg>
        <pc:picChg chg="add mod">
          <ac:chgData name="rushikesh thorat" userId="02ce78c8708455d8" providerId="LiveId" clId="{D2FA8E09-E723-4E6E-86C4-6D3AD7F039AD}" dt="2025-11-15T08:49:24.594" v="1264" actId="1076"/>
          <ac:picMkLst>
            <pc:docMk/>
            <pc:sldMk cId="2611363983" sldId="283"/>
            <ac:picMk id="18" creationId="{D38F43A9-0DCB-BAA4-E66B-B4BDFBBA750E}"/>
          </ac:picMkLst>
        </pc:picChg>
      </pc:sldChg>
      <pc:sldChg chg="addSp modSp mod">
        <pc:chgData name="rushikesh thorat" userId="02ce78c8708455d8" providerId="LiveId" clId="{D2FA8E09-E723-4E6E-86C4-6D3AD7F039AD}" dt="2025-11-15T08:24:41.749" v="1095" actId="14100"/>
        <pc:sldMkLst>
          <pc:docMk/>
          <pc:sldMk cId="3165807261" sldId="290"/>
        </pc:sldMkLst>
        <pc:spChg chg="add mod">
          <ac:chgData name="rushikesh thorat" userId="02ce78c8708455d8" providerId="LiveId" clId="{D2FA8E09-E723-4E6E-86C4-6D3AD7F039AD}" dt="2025-11-15T08:24:36.438" v="1094" actId="255"/>
          <ac:spMkLst>
            <pc:docMk/>
            <pc:sldMk cId="3165807261" sldId="290"/>
            <ac:spMk id="2" creationId="{56830BE1-D5A2-8DFB-E9CE-7A84F1B4101D}"/>
          </ac:spMkLst>
        </pc:spChg>
        <pc:picChg chg="mod">
          <ac:chgData name="rushikesh thorat" userId="02ce78c8708455d8" providerId="LiveId" clId="{D2FA8E09-E723-4E6E-86C4-6D3AD7F039AD}" dt="2025-11-15T08:24:41.749" v="1095" actId="14100"/>
          <ac:picMkLst>
            <pc:docMk/>
            <pc:sldMk cId="3165807261" sldId="290"/>
            <ac:picMk id="3" creationId="{D9ACAE22-8CC9-FCAC-372D-126F3248224E}"/>
          </ac:picMkLst>
        </pc:picChg>
      </pc:sldChg>
      <pc:sldChg chg="delSp modSp new del mod ord">
        <pc:chgData name="rushikesh thorat" userId="02ce78c8708455d8" providerId="LiveId" clId="{D2FA8E09-E723-4E6E-86C4-6D3AD7F039AD}" dt="2025-11-14T17:16:21.164" v="511" actId="2696"/>
        <pc:sldMkLst>
          <pc:docMk/>
          <pc:sldMk cId="617634530" sldId="291"/>
        </pc:sldMkLst>
        <pc:spChg chg="del mod">
          <ac:chgData name="rushikesh thorat" userId="02ce78c8708455d8" providerId="LiveId" clId="{D2FA8E09-E723-4E6E-86C4-6D3AD7F039AD}" dt="2025-11-14T15:20:10.608" v="8" actId="478"/>
          <ac:spMkLst>
            <pc:docMk/>
            <pc:sldMk cId="617634530" sldId="291"/>
            <ac:spMk id="2" creationId="{98F5ED5E-C178-3D05-46DA-62496D7411A7}"/>
          </ac:spMkLst>
        </pc:spChg>
        <pc:spChg chg="del">
          <ac:chgData name="rushikesh thorat" userId="02ce78c8708455d8" providerId="LiveId" clId="{D2FA8E09-E723-4E6E-86C4-6D3AD7F039AD}" dt="2025-11-14T15:16:29.702" v="1" actId="478"/>
          <ac:spMkLst>
            <pc:docMk/>
            <pc:sldMk cId="617634530" sldId="291"/>
            <ac:spMk id="3" creationId="{EBA26992-6F9D-DF4B-070A-E5B3B85C1EE1}"/>
          </ac:spMkLst>
        </pc:spChg>
      </pc:sldChg>
      <pc:sldChg chg="addSp delSp modSp new mod">
        <pc:chgData name="rushikesh thorat" userId="02ce78c8708455d8" providerId="LiveId" clId="{D2FA8E09-E723-4E6E-86C4-6D3AD7F039AD}" dt="2025-11-15T13:36:02.376" v="1278" actId="20577"/>
        <pc:sldMkLst>
          <pc:docMk/>
          <pc:sldMk cId="1545567116" sldId="292"/>
        </pc:sldMkLst>
        <pc:spChg chg="mod">
          <ac:chgData name="rushikesh thorat" userId="02ce78c8708455d8" providerId="LiveId" clId="{D2FA8E09-E723-4E6E-86C4-6D3AD7F039AD}" dt="2025-11-14T15:20:55.638" v="22" actId="255"/>
          <ac:spMkLst>
            <pc:docMk/>
            <pc:sldMk cId="1545567116" sldId="292"/>
            <ac:spMk id="2" creationId="{AAEF1C8E-7894-D5BA-7CA7-14E7148A4625}"/>
          </ac:spMkLst>
        </pc:spChg>
        <pc:spChg chg="add mod">
          <ac:chgData name="rushikesh thorat" userId="02ce78c8708455d8" providerId="LiveId" clId="{D2FA8E09-E723-4E6E-86C4-6D3AD7F039AD}" dt="2025-11-15T13:36:02.376" v="1278" actId="20577"/>
          <ac:spMkLst>
            <pc:docMk/>
            <pc:sldMk cId="1545567116" sldId="292"/>
            <ac:spMk id="3" creationId="{93254602-ED16-3031-407C-97254B108AFD}"/>
          </ac:spMkLst>
        </pc:spChg>
        <pc:spChg chg="add del mod">
          <ac:chgData name="rushikesh thorat" userId="02ce78c8708455d8" providerId="LiveId" clId="{D2FA8E09-E723-4E6E-86C4-6D3AD7F039AD}" dt="2025-11-14T16:56:38.331" v="445" actId="478"/>
          <ac:spMkLst>
            <pc:docMk/>
            <pc:sldMk cId="1545567116" sldId="292"/>
            <ac:spMk id="4" creationId="{E192EF3D-89E7-8521-1429-6D8DF8F43FA1}"/>
          </ac:spMkLst>
        </pc:spChg>
        <pc:spChg chg="add del mod">
          <ac:chgData name="rushikesh thorat" userId="02ce78c8708455d8" providerId="LiveId" clId="{D2FA8E09-E723-4E6E-86C4-6D3AD7F039AD}" dt="2025-11-14T15:31:46.408" v="85"/>
          <ac:spMkLst>
            <pc:docMk/>
            <pc:sldMk cId="1545567116" sldId="292"/>
            <ac:spMk id="5" creationId="{1AF9BC82-A3D3-E21B-08FC-0CFE2E5DBB32}"/>
          </ac:spMkLst>
        </pc:spChg>
        <pc:spChg chg="add del mod">
          <ac:chgData name="rushikesh thorat" userId="02ce78c8708455d8" providerId="LiveId" clId="{D2FA8E09-E723-4E6E-86C4-6D3AD7F039AD}" dt="2025-11-14T16:46:27.989" v="308"/>
          <ac:spMkLst>
            <pc:docMk/>
            <pc:sldMk cId="1545567116" sldId="292"/>
            <ac:spMk id="5" creationId="{FCD227C8-97C6-412F-256A-71A3ADBADFAD}"/>
          </ac:spMkLst>
        </pc:spChg>
      </pc:sldChg>
      <pc:sldChg chg="addSp modSp new mod">
        <pc:chgData name="rushikesh thorat" userId="02ce78c8708455d8" providerId="LiveId" clId="{D2FA8E09-E723-4E6E-86C4-6D3AD7F039AD}" dt="2025-11-14T17:17:05.023" v="533" actId="1076"/>
        <pc:sldMkLst>
          <pc:docMk/>
          <pc:sldMk cId="1783891996" sldId="293"/>
        </pc:sldMkLst>
        <pc:spChg chg="add mod">
          <ac:chgData name="rushikesh thorat" userId="02ce78c8708455d8" providerId="LiveId" clId="{D2FA8E09-E723-4E6E-86C4-6D3AD7F039AD}" dt="2025-11-14T17:17:05.023" v="533" actId="1076"/>
          <ac:spMkLst>
            <pc:docMk/>
            <pc:sldMk cId="1783891996" sldId="293"/>
            <ac:spMk id="2" creationId="{2300906F-BB7D-7AB1-A996-B2E76960DB91}"/>
          </ac:spMkLst>
        </pc:spChg>
      </pc:sldChg>
      <pc:sldChg chg="addSp modSp new mod">
        <pc:chgData name="rushikesh thorat" userId="02ce78c8708455d8" providerId="LiveId" clId="{D2FA8E09-E723-4E6E-86C4-6D3AD7F039AD}" dt="2025-11-15T08:23:54.987" v="1089" actId="14100"/>
        <pc:sldMkLst>
          <pc:docMk/>
          <pc:sldMk cId="3107999017" sldId="294"/>
        </pc:sldMkLst>
        <pc:spChg chg="add mod">
          <ac:chgData name="rushikesh thorat" userId="02ce78c8708455d8" providerId="LiveId" clId="{D2FA8E09-E723-4E6E-86C4-6D3AD7F039AD}" dt="2025-11-15T08:19:56.184" v="1047" actId="113"/>
          <ac:spMkLst>
            <pc:docMk/>
            <pc:sldMk cId="3107999017" sldId="294"/>
            <ac:spMk id="2" creationId="{6DEDEAEC-3DD6-6483-1C40-9193D324019C}"/>
          </ac:spMkLst>
        </pc:spChg>
        <pc:spChg chg="add mod">
          <ac:chgData name="rushikesh thorat" userId="02ce78c8708455d8" providerId="LiveId" clId="{D2FA8E09-E723-4E6E-86C4-6D3AD7F039AD}" dt="2025-11-15T08:23:44.099" v="1087" actId="1076"/>
          <ac:spMkLst>
            <pc:docMk/>
            <pc:sldMk cId="3107999017" sldId="294"/>
            <ac:spMk id="3" creationId="{9CA6AF8E-F531-FB0C-2A7C-4705EF6D6FF5}"/>
          </ac:spMkLst>
        </pc:spChg>
        <pc:spChg chg="add mod">
          <ac:chgData name="rushikesh thorat" userId="02ce78c8708455d8" providerId="LiveId" clId="{D2FA8E09-E723-4E6E-86C4-6D3AD7F039AD}" dt="2025-11-15T08:23:54.987" v="1089" actId="14100"/>
          <ac:spMkLst>
            <pc:docMk/>
            <pc:sldMk cId="3107999017" sldId="294"/>
            <ac:spMk id="4" creationId="{45221A26-F42E-7C69-E30C-D73605E536C2}"/>
          </ac:spMkLst>
        </pc:spChg>
      </pc:sldChg>
      <pc:sldChg chg="new del">
        <pc:chgData name="rushikesh thorat" userId="02ce78c8708455d8" providerId="LiveId" clId="{D2FA8E09-E723-4E6E-86C4-6D3AD7F039AD}" dt="2025-11-15T08:01:18.319" v="958" actId="2696"/>
        <pc:sldMkLst>
          <pc:docMk/>
          <pc:sldMk cId="2454906907" sldId="2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954C6E1-AF92-4FB7-A013-0B520EBC30AE}" type="datetimeFigureOut">
              <a:rPr lang="en-US"/>
              <a:t>11/15/2025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52D9BF-D574-4807-B36C-9E2A025BE826}" type="slidenum">
              <a:rPr/>
              <a:t>‹#›</a:t>
            </a:fld>
            <a:endParaRPr/>
          </a:p>
        </p:txBody>
      </p:sp>
    </p:spTree>
    <p:extLst>
      <p:ext uri="{BB962C8B-B14F-4D97-AF65-F5344CB8AC3E}">
        <p14:creationId xmlns:p14="http://schemas.microsoft.com/office/powerpoint/2010/main" val="23067921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5C10850-0874-4A61-99B4-D613C5E8D9EA}" type="datetimeFigureOut">
              <a:rPr lang="en-US"/>
              <a:t>11/15/2025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11EC53-F507-411E-9ADC-FBCFECE09D3D}" type="slidenum">
              <a:rPr/>
              <a:t>‹#›</a:t>
            </a:fld>
            <a:endParaRPr/>
          </a:p>
        </p:txBody>
      </p:sp>
    </p:spTree>
    <p:extLst>
      <p:ext uri="{BB962C8B-B14F-4D97-AF65-F5344CB8AC3E}">
        <p14:creationId xmlns:p14="http://schemas.microsoft.com/office/powerpoint/2010/main" val="758182631"/>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62" name="Rectangle 61"/>
          <p:cNvSpPr/>
          <p:nvPr/>
        </p:nvSpPr>
        <p:spPr bwMode="hidden">
          <a:xfrm>
            <a:off x="0" y="1905001"/>
            <a:ext cx="12188825" cy="2148252"/>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lnSpc>
                <a:spcPct val="90000"/>
              </a:lnSpc>
            </a:pPr>
            <a:endParaRPr sz="3200">
              <a:solidFill>
                <a:schemeClr val="tx2"/>
              </a:solidFill>
            </a:endParaRPr>
          </a:p>
        </p:txBody>
      </p:sp>
      <p:sp>
        <p:nvSpPr>
          <p:cNvPr id="2" name="Title 1"/>
          <p:cNvSpPr>
            <a:spLocks noGrp="1"/>
          </p:cNvSpPr>
          <p:nvPr>
            <p:ph type="ctrTitle"/>
          </p:nvPr>
        </p:nvSpPr>
        <p:spPr>
          <a:xfrm>
            <a:off x="1218883" y="1905002"/>
            <a:ext cx="9751060" cy="2147926"/>
          </a:xfrm>
        </p:spPr>
        <p:txBody>
          <a:bodyPr anchor="ctr">
            <a:normAutofit/>
          </a:bodyPr>
          <a:lstStyle>
            <a:lvl1pPr algn="ctr">
              <a:defRPr sz="4400" cap="all" normalizeH="0" baseline="0"/>
            </a:lvl1pPr>
          </a:lstStyle>
          <a:p>
            <a:r>
              <a:rPr lang="en-US"/>
              <a:t>Click to edit Master title style</a:t>
            </a:r>
            <a:endParaRPr/>
          </a:p>
        </p:txBody>
      </p:sp>
      <p:sp>
        <p:nvSpPr>
          <p:cNvPr id="3" name="Subtitle 2"/>
          <p:cNvSpPr>
            <a:spLocks noGrp="1"/>
          </p:cNvSpPr>
          <p:nvPr>
            <p:ph type="subTitle" idx="1"/>
          </p:nvPr>
        </p:nvSpPr>
        <p:spPr>
          <a:xfrm>
            <a:off x="1218883" y="4140200"/>
            <a:ext cx="9751060" cy="1016000"/>
          </a:xfrm>
        </p:spPr>
        <p:txBody>
          <a:bodyPr>
            <a:normAutofit/>
          </a:bodyPr>
          <a:lstStyle>
            <a:lvl1pPr marL="0" indent="0" algn="ctr">
              <a:spcBef>
                <a:spcPts val="0"/>
              </a:spcBef>
              <a:buNone/>
              <a:defRPr sz="2800">
                <a:solidFill>
                  <a:schemeClr val="tx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11/15/2025</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1"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1218883" y="1524000"/>
            <a:ext cx="9751060" cy="1992597"/>
          </a:xfrm>
        </p:spPr>
        <p:txBody>
          <a:bodyPr anchor="b" anchorCtr="0">
            <a:noAutofit/>
          </a:bodyPr>
          <a:lstStyle>
            <a:lvl1pPr algn="ctr">
              <a:defRPr sz="4400" b="0" cap="all" baseline="0"/>
            </a:lvl1pPr>
          </a:lstStyle>
          <a:p>
            <a:r>
              <a:rPr lang="en-US"/>
              <a:t>Click to edit Master title style</a:t>
            </a:r>
            <a:endParaRPr/>
          </a:p>
        </p:txBody>
      </p:sp>
      <p:sp>
        <p:nvSpPr>
          <p:cNvPr id="3" name="Text Placeholder 2"/>
          <p:cNvSpPr>
            <a:spLocks noGrp="1"/>
          </p:cNvSpPr>
          <p:nvPr>
            <p:ph type="body" idx="1"/>
          </p:nvPr>
        </p:nvSpPr>
        <p:spPr>
          <a:xfrm>
            <a:off x="1218883" y="3632200"/>
            <a:ext cx="9751060" cy="1016000"/>
          </a:xfrm>
        </p:spPr>
        <p:txBody>
          <a:bodyPr anchor="t" anchorCtr="0">
            <a:noAutofit/>
          </a:bodyPr>
          <a:lstStyle>
            <a:lvl1pPr marL="0" indent="0" algn="ctr">
              <a:spcBef>
                <a:spcPts val="0"/>
              </a:spcBef>
              <a:buNone/>
              <a:defRPr sz="2800">
                <a:solidFill>
                  <a:schemeClr val="tx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11/15/2025</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14162" y="1803401"/>
            <a:ext cx="4977104" cy="4470400"/>
          </a:xfrm>
        </p:spPr>
        <p:txBody>
          <a:bodyPr>
            <a:normAutofit/>
          </a:bodyPr>
          <a:lstStyle>
            <a:lvl1pPr>
              <a:defRPr sz="2400"/>
            </a:lvl1pPr>
            <a:lvl2pPr>
              <a:defRPr sz="2000"/>
            </a:lvl2pPr>
            <a:lvl3pPr>
              <a:defRPr sz="1800"/>
            </a:lvl3pPr>
            <a:lvl4pPr>
              <a:defRPr sz="1600"/>
            </a:lvl4pPr>
            <a:lvl5pPr>
              <a:defRPr sz="1400"/>
            </a:lvl5pPr>
            <a:lvl6pPr>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97559" y="1803401"/>
            <a:ext cx="4977104" cy="4470400"/>
          </a:xfrm>
        </p:spPr>
        <p:txBody>
          <a:bodyPr>
            <a:normAutofit/>
          </a:bodyPr>
          <a:lstStyle>
            <a:lvl1pPr>
              <a:defRPr sz="2400"/>
            </a:lvl1pPr>
            <a:lvl2pPr>
              <a:defRPr sz="2000"/>
            </a:lvl2pPr>
            <a:lvl3pPr>
              <a:defRPr sz="1800"/>
            </a:lvl3pPr>
            <a:lvl4pPr>
              <a:defRPr sz="1600"/>
            </a:lvl4pPr>
            <a:lvl5pPr>
              <a:defRPr sz="1400"/>
            </a:lvl5pPr>
            <a:lvl6pPr marL="2669581">
              <a:defRPr sz="1400" baseline="0"/>
            </a:lvl6pPr>
            <a:lvl7pPr marL="2669581">
              <a:defRPr sz="1400" baseline="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B9B9059-F1D6-41D0-95CF-D21CAA096B3A}" type="datetimeFigureOut">
              <a:rPr lang="en-US"/>
              <a:t>11/15/2025</a:t>
            </a:fld>
            <a:endParaRPr/>
          </a:p>
        </p:txBody>
      </p:sp>
      <p:sp>
        <p:nvSpPr>
          <p:cNvPr id="7" name="Slide Number Placeholder 6"/>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914162"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914162"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a:lvl8pPr>
            <a:lvl9pPr marL="2669581">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97559" y="1803400"/>
            <a:ext cx="4977104" cy="914400"/>
          </a:xfrm>
        </p:spPr>
        <p:txBody>
          <a:bodyPr anchor="ctr">
            <a:noAutofit/>
          </a:bodyPr>
          <a:lstStyle>
            <a:lvl1pPr marL="0" indent="0">
              <a:lnSpc>
                <a:spcPct val="80000"/>
              </a:lnSpc>
              <a:spcBef>
                <a:spcPts val="0"/>
              </a:spcBef>
              <a:buNone/>
              <a:defRPr sz="2800" b="0">
                <a:solidFill>
                  <a:schemeClr val="tx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717800"/>
            <a:ext cx="4977104" cy="3556000"/>
          </a:xfrm>
        </p:spPr>
        <p:txBody>
          <a:bodyPr>
            <a:normAutofit/>
          </a:bodyPr>
          <a:lstStyle>
            <a:lvl1pPr>
              <a:defRPr sz="2400"/>
            </a:lvl1pPr>
            <a:lvl2pPr>
              <a:defRPr sz="2000"/>
            </a:lvl2pPr>
            <a:lvl3pPr>
              <a:defRPr sz="1800"/>
            </a:lvl3pPr>
            <a:lvl4pPr>
              <a:defRPr sz="1600"/>
            </a:lvl4pPr>
            <a:lvl5pPr>
              <a:defRPr sz="1400"/>
            </a:lvl5pPr>
            <a:lvl6pPr marL="2669581">
              <a:defRPr sz="1400"/>
            </a:lvl6pPr>
            <a:lvl7pPr marL="2669581">
              <a:defRPr sz="1400"/>
            </a:lvl7pPr>
            <a:lvl8pPr marL="2669581">
              <a:defRPr sz="1400" baseline="0"/>
            </a:lvl8pPr>
            <a:lvl9pPr marL="2669581">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B9B9059-F1D6-41D0-95CF-D21CAA096B3A}" type="datetimeFigureOut">
              <a:rPr lang="en-US"/>
              <a:t>11/15/2025</a:t>
            </a:fld>
            <a:endParaRPr/>
          </a:p>
        </p:txBody>
      </p:sp>
      <p:sp>
        <p:nvSpPr>
          <p:cNvPr id="9" name="Slide Number Placeholder 8"/>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B9B9059-F1D6-41D0-95CF-D21CAA096B3A}" type="datetimeFigureOut">
              <a:rPr lang="en-US"/>
              <a:t>11/15/2025</a:t>
            </a:fld>
            <a:endParaRPr/>
          </a:p>
        </p:txBody>
      </p:sp>
      <p:sp>
        <p:nvSpPr>
          <p:cNvPr id="5" name="Slide Number Placeholder 4"/>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oAutofit/>
          </a:bodyPr>
          <a:lstStyle>
            <a:lvl1pPr algn="l">
              <a:defRPr sz="3200" b="0"/>
            </a:lvl1pPr>
          </a:lstStyle>
          <a:p>
            <a:r>
              <a:rPr lang="en-US"/>
              <a:t>Click to edit Master title style</a:t>
            </a:r>
            <a:endParaRPr/>
          </a:p>
        </p:txBody>
      </p:sp>
      <p:sp>
        <p:nvSpPr>
          <p:cNvPr id="20" name="Rectangle 19"/>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 name="Content Placeholder 2"/>
          <p:cNvSpPr>
            <a:spLocks noGrp="1"/>
          </p:cNvSpPr>
          <p:nvPr>
            <p:ph idx="1"/>
          </p:nvPr>
        </p:nvSpPr>
        <p:spPr bwMode="white">
          <a:xfrm>
            <a:off x="507868" y="482600"/>
            <a:ext cx="6602280" cy="5842001"/>
          </a:xfrm>
        </p:spPr>
        <p:txBody>
          <a:bodyPr>
            <a:norm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821163" y="2108200"/>
            <a:ext cx="3961368" cy="4267200"/>
          </a:xfrm>
        </p:spPr>
        <p:txBody>
          <a:bodyPr anchor="t" anchorCtr="0">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Isosceles Triangle 5"/>
          <p:cNvSpPr/>
          <p:nvPr/>
        </p:nvSpPr>
        <p:spPr>
          <a:xfrm>
            <a:off x="-1607" y="-1115"/>
            <a:ext cx="12190403" cy="6863692"/>
          </a:xfrm>
          <a:custGeom>
            <a:avLst/>
            <a:gdLst/>
            <a:ahLst/>
            <a:cxnLst/>
            <a:rect l="l" t="t" r="r" b="b"/>
            <a:pathLst>
              <a:path w="9145184" h="5147769">
                <a:moveTo>
                  <a:pt x="4573206" y="2611793"/>
                </a:moveTo>
                <a:lnTo>
                  <a:pt x="4673081" y="5144337"/>
                </a:lnTo>
                <a:lnTo>
                  <a:pt x="4473331" y="5144337"/>
                </a:lnTo>
                <a:close/>
                <a:moveTo>
                  <a:pt x="4571642" y="2577669"/>
                </a:moveTo>
                <a:lnTo>
                  <a:pt x="4568842" y="2582993"/>
                </a:lnTo>
                <a:lnTo>
                  <a:pt x="4572592" y="2595063"/>
                </a:lnTo>
                <a:lnTo>
                  <a:pt x="4576342" y="2582993"/>
                </a:lnTo>
                <a:lnTo>
                  <a:pt x="4573542" y="2577669"/>
                </a:lnTo>
                <a:lnTo>
                  <a:pt x="4576527" y="2582398"/>
                </a:lnTo>
                <a:lnTo>
                  <a:pt x="4577948" y="2577822"/>
                </a:lnTo>
                <a:lnTo>
                  <a:pt x="4576812" y="2582849"/>
                </a:lnTo>
                <a:lnTo>
                  <a:pt x="6195680" y="5147769"/>
                </a:lnTo>
                <a:lnTo>
                  <a:pt x="5925258" y="5147769"/>
                </a:lnTo>
                <a:lnTo>
                  <a:pt x="4576648" y="2583574"/>
                </a:lnTo>
                <a:lnTo>
                  <a:pt x="4573436" y="2597778"/>
                </a:lnTo>
                <a:lnTo>
                  <a:pt x="5365626" y="5147732"/>
                </a:lnTo>
                <a:lnTo>
                  <a:pt x="5148352" y="5147731"/>
                </a:lnTo>
                <a:lnTo>
                  <a:pt x="4572592" y="2601509"/>
                </a:lnTo>
                <a:lnTo>
                  <a:pt x="3996832" y="5147731"/>
                </a:lnTo>
                <a:lnTo>
                  <a:pt x="3779558" y="5147732"/>
                </a:lnTo>
                <a:lnTo>
                  <a:pt x="4571749" y="2597778"/>
                </a:lnTo>
                <a:lnTo>
                  <a:pt x="4568537" y="2583574"/>
                </a:lnTo>
                <a:lnTo>
                  <a:pt x="3219926" y="5147769"/>
                </a:lnTo>
                <a:lnTo>
                  <a:pt x="2949504" y="5147769"/>
                </a:lnTo>
                <a:lnTo>
                  <a:pt x="4568373" y="2582849"/>
                </a:lnTo>
                <a:lnTo>
                  <a:pt x="4567236" y="2577822"/>
                </a:lnTo>
                <a:lnTo>
                  <a:pt x="4568658" y="2582398"/>
                </a:lnTo>
                <a:close/>
                <a:moveTo>
                  <a:pt x="4575557" y="2575085"/>
                </a:moveTo>
                <a:lnTo>
                  <a:pt x="7359080" y="5147393"/>
                </a:lnTo>
                <a:lnTo>
                  <a:pt x="6952676" y="5147393"/>
                </a:lnTo>
                <a:close/>
                <a:moveTo>
                  <a:pt x="4569627" y="2575085"/>
                </a:moveTo>
                <a:lnTo>
                  <a:pt x="2192508" y="5147393"/>
                </a:lnTo>
                <a:lnTo>
                  <a:pt x="1786104" y="5147393"/>
                </a:lnTo>
                <a:close/>
                <a:moveTo>
                  <a:pt x="4575024" y="2574459"/>
                </a:moveTo>
                <a:lnTo>
                  <a:pt x="4578940" y="2575344"/>
                </a:lnTo>
                <a:lnTo>
                  <a:pt x="4578048" y="2574781"/>
                </a:lnTo>
                <a:lnTo>
                  <a:pt x="4579253" y="2575415"/>
                </a:lnTo>
                <a:lnTo>
                  <a:pt x="9145184" y="3607878"/>
                </a:lnTo>
                <a:lnTo>
                  <a:pt x="9145184" y="3994264"/>
                </a:lnTo>
                <a:lnTo>
                  <a:pt x="4580914" y="2576289"/>
                </a:lnTo>
                <a:lnTo>
                  <a:pt x="9144554" y="4976484"/>
                </a:lnTo>
                <a:lnTo>
                  <a:pt x="9144554" y="5147483"/>
                </a:lnTo>
                <a:lnTo>
                  <a:pt x="8654212" y="5147483"/>
                </a:lnTo>
                <a:lnTo>
                  <a:pt x="4579973" y="2575996"/>
                </a:lnTo>
                <a:close/>
                <a:moveTo>
                  <a:pt x="4570160" y="2574459"/>
                </a:moveTo>
                <a:lnTo>
                  <a:pt x="4565211" y="2575996"/>
                </a:lnTo>
                <a:lnTo>
                  <a:pt x="490972" y="5147483"/>
                </a:lnTo>
                <a:lnTo>
                  <a:pt x="629" y="5147483"/>
                </a:lnTo>
                <a:lnTo>
                  <a:pt x="630" y="4976484"/>
                </a:lnTo>
                <a:lnTo>
                  <a:pt x="4564270" y="2576289"/>
                </a:lnTo>
                <a:lnTo>
                  <a:pt x="0" y="3994264"/>
                </a:lnTo>
                <a:lnTo>
                  <a:pt x="0" y="3607878"/>
                </a:lnTo>
                <a:lnTo>
                  <a:pt x="4565931" y="2575415"/>
                </a:lnTo>
                <a:lnTo>
                  <a:pt x="4567137" y="2574781"/>
                </a:lnTo>
                <a:lnTo>
                  <a:pt x="4566244" y="2575344"/>
                </a:lnTo>
                <a:close/>
                <a:moveTo>
                  <a:pt x="630" y="286"/>
                </a:moveTo>
                <a:lnTo>
                  <a:pt x="490972" y="286"/>
                </a:lnTo>
                <a:lnTo>
                  <a:pt x="4565212" y="2571773"/>
                </a:lnTo>
                <a:lnTo>
                  <a:pt x="4567326" y="2572430"/>
                </a:lnTo>
                <a:lnTo>
                  <a:pt x="4569443" y="2572513"/>
                </a:lnTo>
                <a:lnTo>
                  <a:pt x="1786104" y="376"/>
                </a:lnTo>
                <a:lnTo>
                  <a:pt x="2192508" y="376"/>
                </a:lnTo>
                <a:lnTo>
                  <a:pt x="4569471" y="2572514"/>
                </a:lnTo>
                <a:lnTo>
                  <a:pt x="4571301" y="2572587"/>
                </a:lnTo>
                <a:lnTo>
                  <a:pt x="4569599" y="2572654"/>
                </a:lnTo>
                <a:lnTo>
                  <a:pt x="4569627" y="2572684"/>
                </a:lnTo>
                <a:lnTo>
                  <a:pt x="4569595" y="2572654"/>
                </a:lnTo>
                <a:lnTo>
                  <a:pt x="4568222" y="2572708"/>
                </a:lnTo>
                <a:lnTo>
                  <a:pt x="4570160" y="2573310"/>
                </a:lnTo>
                <a:lnTo>
                  <a:pt x="4567604" y="2572732"/>
                </a:lnTo>
                <a:lnTo>
                  <a:pt x="4566783" y="2572765"/>
                </a:lnTo>
                <a:lnTo>
                  <a:pt x="4567137" y="2572988"/>
                </a:lnTo>
                <a:lnTo>
                  <a:pt x="4566717" y="2572767"/>
                </a:lnTo>
                <a:lnTo>
                  <a:pt x="1205" y="2752816"/>
                </a:lnTo>
                <a:lnTo>
                  <a:pt x="1205" y="2392358"/>
                </a:lnTo>
                <a:lnTo>
                  <a:pt x="4565974" y="2572377"/>
                </a:lnTo>
                <a:lnTo>
                  <a:pt x="4565931" y="2572354"/>
                </a:lnTo>
                <a:lnTo>
                  <a:pt x="0" y="1539891"/>
                </a:lnTo>
                <a:lnTo>
                  <a:pt x="0" y="1153505"/>
                </a:lnTo>
                <a:lnTo>
                  <a:pt x="4564271" y="2571481"/>
                </a:lnTo>
                <a:lnTo>
                  <a:pt x="630" y="171286"/>
                </a:lnTo>
                <a:close/>
                <a:moveTo>
                  <a:pt x="9144554" y="286"/>
                </a:moveTo>
                <a:lnTo>
                  <a:pt x="9144554" y="171286"/>
                </a:lnTo>
                <a:lnTo>
                  <a:pt x="4580915" y="2571480"/>
                </a:lnTo>
                <a:lnTo>
                  <a:pt x="9145184" y="1153505"/>
                </a:lnTo>
                <a:lnTo>
                  <a:pt x="9145184" y="1539891"/>
                </a:lnTo>
                <a:lnTo>
                  <a:pt x="4579254" y="2572354"/>
                </a:lnTo>
                <a:lnTo>
                  <a:pt x="4579211" y="2572377"/>
                </a:lnTo>
                <a:lnTo>
                  <a:pt x="9143978" y="2392358"/>
                </a:lnTo>
                <a:lnTo>
                  <a:pt x="9143979" y="2752816"/>
                </a:lnTo>
                <a:lnTo>
                  <a:pt x="4578467" y="2572767"/>
                </a:lnTo>
                <a:lnTo>
                  <a:pt x="4578048" y="2572988"/>
                </a:lnTo>
                <a:lnTo>
                  <a:pt x="4578402" y="2572765"/>
                </a:lnTo>
                <a:lnTo>
                  <a:pt x="4577580" y="2572732"/>
                </a:lnTo>
                <a:lnTo>
                  <a:pt x="4575024" y="2573310"/>
                </a:lnTo>
                <a:lnTo>
                  <a:pt x="4576963" y="2572708"/>
                </a:lnTo>
                <a:lnTo>
                  <a:pt x="4575590" y="2572654"/>
                </a:lnTo>
                <a:lnTo>
                  <a:pt x="4575557" y="2572684"/>
                </a:lnTo>
                <a:lnTo>
                  <a:pt x="4575585" y="2572654"/>
                </a:lnTo>
                <a:lnTo>
                  <a:pt x="4573884" y="2572587"/>
                </a:lnTo>
                <a:lnTo>
                  <a:pt x="4575714" y="2572515"/>
                </a:lnTo>
                <a:lnTo>
                  <a:pt x="6952676" y="376"/>
                </a:lnTo>
                <a:lnTo>
                  <a:pt x="7359080" y="376"/>
                </a:lnTo>
                <a:lnTo>
                  <a:pt x="4575742" y="2572513"/>
                </a:lnTo>
                <a:lnTo>
                  <a:pt x="4577858" y="2572430"/>
                </a:lnTo>
                <a:lnTo>
                  <a:pt x="4579973" y="2571773"/>
                </a:lnTo>
                <a:lnTo>
                  <a:pt x="8654212" y="286"/>
                </a:lnTo>
                <a:close/>
                <a:moveTo>
                  <a:pt x="3219926" y="0"/>
                </a:moveTo>
                <a:lnTo>
                  <a:pt x="4568537" y="2564195"/>
                </a:lnTo>
                <a:lnTo>
                  <a:pt x="4571749" y="2549991"/>
                </a:lnTo>
                <a:lnTo>
                  <a:pt x="3779558" y="38"/>
                </a:lnTo>
                <a:lnTo>
                  <a:pt x="3996832" y="38"/>
                </a:lnTo>
                <a:lnTo>
                  <a:pt x="4572260" y="2544793"/>
                </a:lnTo>
                <a:lnTo>
                  <a:pt x="4471935" y="837"/>
                </a:lnTo>
                <a:lnTo>
                  <a:pt x="4674477" y="837"/>
                </a:lnTo>
                <a:lnTo>
                  <a:pt x="4574412" y="2538215"/>
                </a:lnTo>
                <a:lnTo>
                  <a:pt x="5148352" y="38"/>
                </a:lnTo>
                <a:lnTo>
                  <a:pt x="5365626" y="38"/>
                </a:lnTo>
                <a:lnTo>
                  <a:pt x="4574021" y="2548106"/>
                </a:lnTo>
                <a:lnTo>
                  <a:pt x="4573871" y="2551916"/>
                </a:lnTo>
                <a:lnTo>
                  <a:pt x="4576648" y="2564195"/>
                </a:lnTo>
                <a:lnTo>
                  <a:pt x="5925258" y="0"/>
                </a:lnTo>
                <a:lnTo>
                  <a:pt x="6195680" y="0"/>
                </a:lnTo>
                <a:lnTo>
                  <a:pt x="4576812" y="2564920"/>
                </a:lnTo>
                <a:lnTo>
                  <a:pt x="4577948" y="2569947"/>
                </a:lnTo>
                <a:lnTo>
                  <a:pt x="4576527" y="2565371"/>
                </a:lnTo>
                <a:lnTo>
                  <a:pt x="4573542" y="2570100"/>
                </a:lnTo>
                <a:lnTo>
                  <a:pt x="4576342" y="2564777"/>
                </a:lnTo>
                <a:lnTo>
                  <a:pt x="4573699" y="2556271"/>
                </a:lnTo>
                <a:lnTo>
                  <a:pt x="4573206" y="2568777"/>
                </a:lnTo>
                <a:lnTo>
                  <a:pt x="4572575" y="2552763"/>
                </a:lnTo>
                <a:lnTo>
                  <a:pt x="4568842" y="2564777"/>
                </a:lnTo>
                <a:lnTo>
                  <a:pt x="4571642" y="2570100"/>
                </a:lnTo>
                <a:lnTo>
                  <a:pt x="4568658" y="2565371"/>
                </a:lnTo>
                <a:lnTo>
                  <a:pt x="4567236" y="2569947"/>
                </a:lnTo>
                <a:lnTo>
                  <a:pt x="4568373" y="2564920"/>
                </a:lnTo>
                <a:lnTo>
                  <a:pt x="2949504" y="0"/>
                </a:lnTo>
                <a:close/>
              </a:path>
            </a:pathLst>
          </a:custGeom>
          <a:gradFill>
            <a:gsLst>
              <a:gs pos="0">
                <a:schemeClr val="bg1">
                  <a:alpha val="1000"/>
                </a:schemeClr>
              </a:gs>
              <a:gs pos="100000">
                <a:schemeClr val="bg1">
                  <a:alpha val="1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6399133" y="1905000"/>
            <a:ext cx="5180251" cy="1727200"/>
          </a:xfrm>
        </p:spPr>
        <p:txBody>
          <a:bodyPr anchor="b" anchorCtr="0">
            <a:normAutofit/>
          </a:bodyPr>
          <a:lstStyle>
            <a:lvl1pPr algn="l">
              <a:defRPr sz="3200" b="0"/>
            </a:lvl1pPr>
          </a:lstStyle>
          <a:p>
            <a:r>
              <a:rPr lang="en-US"/>
              <a:t>Click to edit Master title style</a:t>
            </a:r>
            <a:endParaRPr/>
          </a:p>
        </p:txBody>
      </p:sp>
      <p:sp>
        <p:nvSpPr>
          <p:cNvPr id="9" name="Rectangle 8"/>
          <p:cNvSpPr/>
          <p:nvPr/>
        </p:nvSpPr>
        <p:spPr>
          <a:xfrm>
            <a:off x="0" y="-1115"/>
            <a:ext cx="6093594"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 name="Picture Placeholder 2" descr="An empty placeholder to add an image. Click on the placeholder and select the image that you wish to add.&#10;"/>
          <p:cNvSpPr>
            <a:spLocks noGrp="1"/>
          </p:cNvSpPr>
          <p:nvPr>
            <p:ph type="pic" idx="1"/>
          </p:nvPr>
        </p:nvSpPr>
        <p:spPr>
          <a:xfrm>
            <a:off x="507869" y="482601"/>
            <a:ext cx="5077859" cy="5862706"/>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6399133" y="3733800"/>
            <a:ext cx="5180251" cy="172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lternate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21163" y="482600"/>
            <a:ext cx="3961368" cy="1422400"/>
          </a:xfrm>
        </p:spPr>
        <p:txBody>
          <a:bodyPr anchor="b" anchorCtr="0">
            <a:normAutofit/>
          </a:bodyPr>
          <a:lstStyle>
            <a:lvl1pPr algn="l">
              <a:defRPr sz="3200" b="0"/>
            </a:lvl1pPr>
          </a:lstStyle>
          <a:p>
            <a:r>
              <a:rPr lang="en-US"/>
              <a:t>Click to edit Master title style</a:t>
            </a:r>
            <a:endParaRPr/>
          </a:p>
        </p:txBody>
      </p:sp>
      <p:sp>
        <p:nvSpPr>
          <p:cNvPr id="9" name="Rectangle 8" descr="&#10;"/>
          <p:cNvSpPr/>
          <p:nvPr/>
        </p:nvSpPr>
        <p:spPr>
          <a:xfrm>
            <a:off x="0" y="-1115"/>
            <a:ext cx="7618016" cy="68591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 name="Picture Placeholder 2" descr="An empty placeholder to add an image. Click on the placeholder and select the image that you wish to add.&#10;"/>
          <p:cNvSpPr>
            <a:spLocks noGrp="1"/>
          </p:cNvSpPr>
          <p:nvPr>
            <p:ph type="pic" idx="1"/>
          </p:nvPr>
        </p:nvSpPr>
        <p:spPr>
          <a:xfrm>
            <a:off x="507868" y="482600"/>
            <a:ext cx="6602281" cy="5842001"/>
          </a:xfrm>
          <a:noFill/>
          <a:ln w="9525">
            <a:noFill/>
            <a:miter lim="800000"/>
          </a:ln>
          <a:effectLst/>
        </p:spPr>
        <p:txBody>
          <a:bodyPr>
            <a:normAutofit/>
          </a:bodyPr>
          <a:lstStyle>
            <a:lvl1pPr marL="0" indent="0" algn="ctr">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dirty="0"/>
          </a:p>
        </p:txBody>
      </p:sp>
      <p:sp>
        <p:nvSpPr>
          <p:cNvPr id="4" name="Text Placeholder 3"/>
          <p:cNvSpPr>
            <a:spLocks noGrp="1"/>
          </p:cNvSpPr>
          <p:nvPr>
            <p:ph type="body" sz="half" idx="2"/>
          </p:nvPr>
        </p:nvSpPr>
        <p:spPr>
          <a:xfrm>
            <a:off x="7821163" y="2108200"/>
            <a:ext cx="3961368" cy="4267200"/>
          </a:xfrm>
        </p:spPr>
        <p:txBody>
          <a:bodyPr>
            <a:normAutofit/>
          </a:bodyPr>
          <a:lstStyle>
            <a:lvl1pPr marL="0" indent="0">
              <a:spcBef>
                <a:spcPts val="1600"/>
              </a:spcBef>
              <a:buNone/>
              <a:defRPr sz="2000">
                <a:solidFill>
                  <a:schemeClr val="tx1"/>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Tree>
    <p:extLst>
      <p:ext uri="{BB962C8B-B14F-4D97-AF65-F5344CB8AC3E}">
        <p14:creationId xmlns:p14="http://schemas.microsoft.com/office/powerpoint/2010/main" val="2076303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marL="2669581">
              <a:defRPr baseline="0"/>
            </a:lvl6pPr>
            <a:lvl7pPr marL="2669581">
              <a:defRPr baseline="0"/>
            </a:lvl7pPr>
            <a:lvl8pPr marL="2669581">
              <a:defRPr baseline="0"/>
            </a:lvl8pPr>
            <a:lvl9pPr marL="2669581">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11/15/2025</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40043" y="482599"/>
            <a:ext cx="1843982" cy="5791201"/>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914162" y="482599"/>
            <a:ext cx="9040045" cy="5791201"/>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B9B9059-F1D6-41D0-95CF-D21CAA096B3A}" type="datetimeFigureOut">
              <a:rPr lang="en-US"/>
              <a:t>11/15/2025</a:t>
            </a:fld>
            <a:endParaRPr/>
          </a:p>
        </p:txBody>
      </p:sp>
      <p:sp>
        <p:nvSpPr>
          <p:cNvPr id="6" name="Slide Number Placeholder 5"/>
          <p:cNvSpPr>
            <a:spLocks noGrp="1"/>
          </p:cNvSpPr>
          <p:nvPr>
            <p:ph type="sldNum" sz="quarter" idx="12"/>
          </p:nvPr>
        </p:nvSpPr>
        <p:spPr/>
        <p:txBody>
          <a:bodyPr/>
          <a:lstStyle/>
          <a:p>
            <a:fld id="{E5FD5434-F838-4DD4-A17B-1CB1A1850DF4}" type="slidenum">
              <a:rPr/>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162" y="482600"/>
            <a:ext cx="10360501" cy="1219200"/>
          </a:xfrm>
          <a:prstGeom prst="rect">
            <a:avLst/>
          </a:prstGeom>
          <a:effectLst/>
        </p:spPr>
        <p:txBody>
          <a:bodyPr vert="horz" lIns="121899" tIns="60949" rIns="121899" bIns="60949" rtlCol="0" anchor="b" anchorCtr="0">
            <a:normAutofit/>
          </a:bodyPr>
          <a:lstStyle/>
          <a:p>
            <a:r>
              <a:rPr lang="en-US"/>
              <a:t>Click to edit Master title style</a:t>
            </a:r>
            <a:endParaRPr/>
          </a:p>
        </p:txBody>
      </p:sp>
      <p:sp>
        <p:nvSpPr>
          <p:cNvPr id="3" name="Text Placeholder 2"/>
          <p:cNvSpPr>
            <a:spLocks noGrp="1"/>
          </p:cNvSpPr>
          <p:nvPr>
            <p:ph type="body" idx="1"/>
          </p:nvPr>
        </p:nvSpPr>
        <p:spPr>
          <a:xfrm>
            <a:off x="914162" y="1803401"/>
            <a:ext cx="10360501"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914162" y="6375400"/>
            <a:ext cx="7414869" cy="195072"/>
          </a:xfrm>
          <a:prstGeom prst="rect">
            <a:avLst/>
          </a:prstGeom>
        </p:spPr>
        <p:txBody>
          <a:bodyPr vert="horz" lIns="121899" tIns="60949" rIns="121899" bIns="60949" rtlCol="0" anchor="ctr"/>
          <a:lstStyle>
            <a:lvl1pPr algn="l">
              <a:defRPr sz="1100">
                <a:solidFill>
                  <a:schemeClr val="tx1"/>
                </a:solidFill>
              </a:defRPr>
            </a:lvl1pPr>
          </a:lstStyle>
          <a:p>
            <a:endParaRPr/>
          </a:p>
        </p:txBody>
      </p:sp>
      <p:sp>
        <p:nvSpPr>
          <p:cNvPr id="4" name="Date Placeholder 3"/>
          <p:cNvSpPr>
            <a:spLocks noGrp="1"/>
          </p:cNvSpPr>
          <p:nvPr>
            <p:ph type="dt" sz="half" idx="2"/>
          </p:nvPr>
        </p:nvSpPr>
        <p:spPr>
          <a:xfrm>
            <a:off x="8735324" y="6375400"/>
            <a:ext cx="1422030" cy="195072"/>
          </a:xfrm>
          <a:prstGeom prst="rect">
            <a:avLst/>
          </a:prstGeom>
        </p:spPr>
        <p:txBody>
          <a:bodyPr vert="horz" lIns="121899" tIns="60949" rIns="121899" bIns="60949" rtlCol="0" anchor="ctr"/>
          <a:lstStyle>
            <a:lvl1pPr algn="r">
              <a:defRPr sz="1100">
                <a:solidFill>
                  <a:schemeClr val="tx1"/>
                </a:solidFill>
              </a:defRPr>
            </a:lvl1pPr>
          </a:lstStyle>
          <a:p>
            <a:fld id="{3B9B9059-F1D6-41D0-95CF-D21CAA096B3A}" type="datetimeFigureOut">
              <a:rPr lang="en-US"/>
              <a:pPr/>
              <a:t>11/15/2025</a:t>
            </a:fld>
            <a:endParaRPr/>
          </a:p>
        </p:txBody>
      </p:sp>
      <p:sp>
        <p:nvSpPr>
          <p:cNvPr id="6" name="Slide Number Placeholder 5"/>
          <p:cNvSpPr>
            <a:spLocks noGrp="1"/>
          </p:cNvSpPr>
          <p:nvPr>
            <p:ph type="sldNum" sz="quarter" idx="4"/>
          </p:nvPr>
        </p:nvSpPr>
        <p:spPr>
          <a:xfrm>
            <a:off x="10441760" y="6375400"/>
            <a:ext cx="832903" cy="195072"/>
          </a:xfrm>
          <a:prstGeom prst="rect">
            <a:avLst/>
          </a:prstGeom>
        </p:spPr>
        <p:txBody>
          <a:bodyPr vert="horz" lIns="121899" tIns="60949" rIns="121899" bIns="60949" rtlCol="0" anchor="ctr"/>
          <a:lstStyle>
            <a:lvl1pPr algn="r">
              <a:defRPr sz="1100">
                <a:solidFill>
                  <a:schemeClr val="tx1"/>
                </a:solidFill>
              </a:defRPr>
            </a:lvl1pPr>
          </a:lstStyle>
          <a:p>
            <a:fld id="{E5FD5434-F838-4DD4-A17B-1CB1A1850DF4}" type="slidenum">
              <a:rPr/>
              <a:pPr/>
              <a:t>‹#›</a:t>
            </a:fld>
            <a:endParaRPr/>
          </a:p>
        </p:txBody>
      </p:sp>
    </p:spTree>
  </p:cSld>
  <p:clrMap bg1="dk1" tx1="lt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82" r:id="rId10"/>
    <p:sldLayoutId id="2147483678" r:id="rId11"/>
    <p:sldLayoutId id="214748367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80000"/>
        </a:lnSpc>
        <a:spcBef>
          <a:spcPct val="0"/>
        </a:spcBef>
        <a:buNone/>
        <a:defRPr sz="3600" kern="1200" cap="all" baseline="0">
          <a:solidFill>
            <a:schemeClr val="tx1"/>
          </a:solidFill>
          <a:effectLst/>
          <a:latin typeface="+mj-lt"/>
          <a:ea typeface="+mj-ea"/>
          <a:cs typeface="+mj-cs"/>
        </a:defRPr>
      </a:lvl1pPr>
    </p:titleStyle>
    <p:bodyStyle>
      <a:lvl1pPr marL="274320" indent="-274320" algn="l" defTabSz="1218987" rtl="0" eaLnBrk="1" latinLnBrk="0" hangingPunct="1">
        <a:lnSpc>
          <a:spcPct val="90000"/>
        </a:lnSpc>
        <a:spcBef>
          <a:spcPts val="1600"/>
        </a:spcBef>
        <a:buClr>
          <a:schemeClr val="tx2"/>
        </a:buClr>
        <a:buSzPct val="90000"/>
        <a:buFont typeface="Arial" pitchFamily="34" charset="0"/>
        <a:buChar char="•"/>
        <a:defRPr sz="2800" kern="1200">
          <a:solidFill>
            <a:schemeClr val="tx1"/>
          </a:solidFill>
          <a:latin typeface="+mn-lt"/>
          <a:ea typeface="+mn-ea"/>
          <a:cs typeface="+mn-cs"/>
        </a:defRPr>
      </a:lvl1pPr>
      <a:lvl2pPr marL="548640" indent="-274320" algn="l" defTabSz="1218987" rtl="0" eaLnBrk="1" latinLnBrk="0" hangingPunct="1">
        <a:lnSpc>
          <a:spcPct val="90000"/>
        </a:lnSpc>
        <a:spcBef>
          <a:spcPts val="800"/>
        </a:spcBef>
        <a:buClr>
          <a:schemeClr val="tx2"/>
        </a:buClr>
        <a:buSzPct val="90000"/>
        <a:buFont typeface="Cambria" pitchFamily="18" charset="0"/>
        <a:buChar char="–"/>
        <a:defRPr sz="2400" kern="1200">
          <a:solidFill>
            <a:schemeClr val="tx1"/>
          </a:solidFill>
          <a:latin typeface="+mn-lt"/>
          <a:ea typeface="+mn-ea"/>
          <a:cs typeface="+mn-cs"/>
        </a:defRPr>
      </a:lvl2pPr>
      <a:lvl3pPr marL="822960" indent="-274320" algn="l" defTabSz="1218987" rtl="0" eaLnBrk="1" latinLnBrk="0" hangingPunct="1">
        <a:lnSpc>
          <a:spcPct val="90000"/>
        </a:lnSpc>
        <a:spcBef>
          <a:spcPts val="800"/>
        </a:spcBef>
        <a:buClr>
          <a:schemeClr val="tx2"/>
        </a:buClr>
        <a:buFont typeface="Arial" pitchFamily="34" charset="0"/>
        <a:buChar char="•"/>
        <a:defRPr sz="2000" kern="1200">
          <a:solidFill>
            <a:schemeClr val="tx1"/>
          </a:solidFill>
          <a:latin typeface="+mn-lt"/>
          <a:ea typeface="+mn-ea"/>
          <a:cs typeface="+mn-cs"/>
        </a:defRPr>
      </a:lvl3pPr>
      <a:lvl4pPr marL="1097280" indent="-274320" algn="l" defTabSz="1218987" rtl="0" eaLnBrk="1" latinLnBrk="0" hangingPunct="1">
        <a:lnSpc>
          <a:spcPct val="90000"/>
        </a:lnSpc>
        <a:spcBef>
          <a:spcPts val="800"/>
        </a:spcBef>
        <a:buClr>
          <a:schemeClr val="tx2"/>
        </a:buClr>
        <a:buSzPct val="100000"/>
        <a:buFont typeface="Cambria" pitchFamily="18" charset="0"/>
        <a:buChar char="–"/>
        <a:defRPr sz="1800" kern="1200">
          <a:solidFill>
            <a:schemeClr val="tx1"/>
          </a:solidFill>
          <a:latin typeface="+mn-lt"/>
          <a:ea typeface="+mn-ea"/>
          <a:cs typeface="+mn-cs"/>
        </a:defRPr>
      </a:lvl4pPr>
      <a:lvl5pPr marL="137160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5pPr>
      <a:lvl6pPr marL="164592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6pPr>
      <a:lvl7pPr marL="192024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7pPr>
      <a:lvl8pPr marL="2194560" indent="-274320" algn="l" defTabSz="1218987" rtl="0" eaLnBrk="1" latinLnBrk="0" hangingPunct="1">
        <a:lnSpc>
          <a:spcPct val="90000"/>
        </a:lnSpc>
        <a:spcBef>
          <a:spcPts val="800"/>
        </a:spcBef>
        <a:buClr>
          <a:schemeClr val="tx2"/>
        </a:buClr>
        <a:buSzPct val="100000"/>
        <a:buFont typeface="Cambria" pitchFamily="18" charset="0"/>
        <a:buChar char="–"/>
        <a:defRPr sz="1600" kern="1200">
          <a:solidFill>
            <a:schemeClr val="tx1"/>
          </a:solidFill>
          <a:latin typeface="+mn-lt"/>
          <a:ea typeface="+mn-ea"/>
          <a:cs typeface="+mn-cs"/>
        </a:defRPr>
      </a:lvl8pPr>
      <a:lvl9pPr marL="2468880" indent="-274320" algn="l" defTabSz="1218987" rtl="0" eaLnBrk="1" latinLnBrk="0" hangingPunct="1">
        <a:lnSpc>
          <a:spcPct val="90000"/>
        </a:lnSpc>
        <a:spcBef>
          <a:spcPts val="800"/>
        </a:spcBef>
        <a:buClr>
          <a:schemeClr val="tx2"/>
        </a:buClr>
        <a:buFont typeface="Arial" pitchFamily="34" charset="0"/>
        <a:buChar char="•"/>
        <a:defRPr sz="16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en-US" sz="4800" dirty="0"/>
              <a:t>NETFLIX    DASHBOARD</a:t>
            </a:r>
          </a:p>
        </p:txBody>
      </p:sp>
      <p:sp>
        <p:nvSpPr>
          <p:cNvPr id="2" name="Subtitle 1"/>
          <p:cNvSpPr>
            <a:spLocks noGrp="1"/>
          </p:cNvSpPr>
          <p:nvPr>
            <p:ph type="subTitle" idx="1"/>
          </p:nvPr>
        </p:nvSpPr>
        <p:spPr/>
        <p:txBody>
          <a:bodyPr>
            <a:normAutofit/>
          </a:bodyPr>
          <a:lstStyle/>
          <a:p>
            <a:r>
              <a:rPr lang="en-US" dirty="0"/>
              <a:t>Presented BY : Ruchika Thorat.</a:t>
            </a:r>
          </a:p>
        </p:txBody>
      </p:sp>
    </p:spTree>
    <p:extLst>
      <p:ext uri="{BB962C8B-B14F-4D97-AF65-F5344CB8AC3E}">
        <p14:creationId xmlns:p14="http://schemas.microsoft.com/office/powerpoint/2010/main" val="108287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3772" y="620688"/>
            <a:ext cx="6602280" cy="5842001"/>
          </a:xfrm>
        </p:spPr>
        <p:txBody>
          <a:bodyPr/>
          <a:lstStyle/>
          <a:p>
            <a:r>
              <a:rPr lang="en-US" dirty="0"/>
              <a:t>Problem Statement : </a:t>
            </a:r>
          </a:p>
          <a:p>
            <a:pPr marL="0" indent="0">
              <a:buNone/>
            </a:pPr>
            <a:endParaRPr lang="en-US" sz="1600" dirty="0"/>
          </a:p>
        </p:txBody>
      </p:sp>
      <p:sp>
        <p:nvSpPr>
          <p:cNvPr id="5" name="Rectangle 1">
            <a:extLst>
              <a:ext uri="{FF2B5EF4-FFF2-40B4-BE49-F238E27FC236}">
                <a16:creationId xmlns:a16="http://schemas.microsoft.com/office/drawing/2014/main" id="{3CBDC3F7-FCA1-BCEF-F2CC-88945FA752EA}"/>
              </a:ext>
            </a:extLst>
          </p:cNvPr>
          <p:cNvSpPr>
            <a:spLocks noChangeArrowheads="1"/>
          </p:cNvSpPr>
          <p:nvPr/>
        </p:nvSpPr>
        <p:spPr bwMode="auto">
          <a:xfrm rot="10800000" flipV="1">
            <a:off x="1446549" y="1412776"/>
            <a:ext cx="548950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Netflix has a huge library of Movies and TV Shows.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Understanding content distribution manually is difficult.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Need to analyze movies vs. TV shows, genres, ratings, and countries.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latin typeface="Arial" panose="020B0604020202020204" pitchFamily="34" charset="0"/>
              </a:rPr>
              <a:t>Hard to Track trends of movies releases by years.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dashboard is required to visualize these insights clearly.</a:t>
            </a:r>
          </a:p>
        </p:txBody>
      </p:sp>
      <p:pic>
        <p:nvPicPr>
          <p:cNvPr id="18" name="Picture 17">
            <a:extLst>
              <a:ext uri="{FF2B5EF4-FFF2-40B4-BE49-F238E27FC236}">
                <a16:creationId xmlns:a16="http://schemas.microsoft.com/office/drawing/2014/main" id="{D38F43A9-0DCB-BAA4-E66B-B4BDFBBA750E}"/>
              </a:ext>
            </a:extLst>
          </p:cNvPr>
          <p:cNvPicPr>
            <a:picLocks noChangeAspect="1"/>
          </p:cNvPicPr>
          <p:nvPr/>
        </p:nvPicPr>
        <p:blipFill>
          <a:blip r:embed="rId2">
            <a:extLst>
              <a:ext uri="{28A0092B-C50C-407E-A947-70E740481C1C}">
                <a14:useLocalDpi xmlns:a14="http://schemas.microsoft.com/office/drawing/2010/main" val="0"/>
              </a:ext>
            </a:extLst>
          </a:blip>
          <a:srcRect l="15397" r="39316"/>
          <a:stretch>
            <a:fillRect/>
          </a:stretch>
        </p:blipFill>
        <p:spPr>
          <a:xfrm>
            <a:off x="7822604" y="620688"/>
            <a:ext cx="3600400" cy="5295900"/>
          </a:xfrm>
          <a:prstGeom prst="rect">
            <a:avLst/>
          </a:prstGeom>
        </p:spPr>
      </p:pic>
    </p:spTree>
    <p:extLst>
      <p:ext uri="{BB962C8B-B14F-4D97-AF65-F5344CB8AC3E}">
        <p14:creationId xmlns:p14="http://schemas.microsoft.com/office/powerpoint/2010/main" val="261136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748" y="116632"/>
            <a:ext cx="5472608" cy="720080"/>
          </a:xfrm>
        </p:spPr>
        <p:txBody>
          <a:bodyPr>
            <a:normAutofit/>
          </a:bodyPr>
          <a:lstStyle/>
          <a:p>
            <a:r>
              <a:rPr lang="en-US" sz="2800" dirty="0">
                <a:latin typeface="Arial Black" panose="020B0A04020102020204" pitchFamily="34" charset="0"/>
              </a:rPr>
              <a:t>Dataset Information :</a:t>
            </a:r>
          </a:p>
        </p:txBody>
      </p:sp>
      <p:sp>
        <p:nvSpPr>
          <p:cNvPr id="5" name="Rectangle 1">
            <a:extLst>
              <a:ext uri="{FF2B5EF4-FFF2-40B4-BE49-F238E27FC236}">
                <a16:creationId xmlns:a16="http://schemas.microsoft.com/office/drawing/2014/main" id="{8514CC99-6BF4-A333-E026-D5C5EA75E35E}"/>
              </a:ext>
            </a:extLst>
          </p:cNvPr>
          <p:cNvSpPr>
            <a:spLocks noChangeArrowheads="1"/>
          </p:cNvSpPr>
          <p:nvPr/>
        </p:nvSpPr>
        <p:spPr bwMode="auto">
          <a:xfrm rot="10800000" flipV="1">
            <a:off x="693812" y="884120"/>
            <a:ext cx="6696744"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Dataset Name : </a:t>
            </a:r>
            <a:r>
              <a:rPr kumimoji="0" lang="en-US" altLang="en-US" sz="1600" b="1" i="0" u="none" strike="noStrike" cap="none" normalizeH="0" baseline="0" dirty="0" err="1">
                <a:ln>
                  <a:noFill/>
                </a:ln>
                <a:solidFill>
                  <a:schemeClr val="tx1"/>
                </a:solidFill>
                <a:effectLst/>
                <a:latin typeface="Arial" panose="020B0604020202020204" pitchFamily="34" charset="0"/>
              </a:rPr>
              <a:t>Netflix.titles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FontTx/>
              <a:buChar char="•"/>
            </a:pPr>
            <a:r>
              <a:rPr lang="en-US" altLang="en-US" sz="1600" b="1" dirty="0">
                <a:latin typeface="Arial" panose="020B0604020202020204" pitchFamily="34" charset="0"/>
              </a:rPr>
              <a:t>Source : Public Dataset Kaggle</a:t>
            </a:r>
          </a:p>
          <a:p>
            <a:pPr defTabSz="914400" eaLnBrk="0" fontAlgn="base" hangingPunct="0">
              <a:spcBef>
                <a:spcPct val="0"/>
              </a:spcBef>
              <a:spcAft>
                <a:spcPct val="0"/>
              </a:spcAft>
              <a:buFontTx/>
              <a:buChar char="•"/>
            </a:pPr>
            <a:endParaRPr lang="en-US" altLang="en-US" sz="1600" b="1" dirty="0">
              <a:latin typeface="Arial" panose="020B0604020202020204" pitchFamily="34" charset="0"/>
            </a:endParaRPr>
          </a:p>
          <a:p>
            <a:pPr defTabSz="914400" eaLnBrk="0" fontAlgn="base" hangingPunct="0">
              <a:spcBef>
                <a:spcPct val="0"/>
              </a:spcBef>
              <a:spcAft>
                <a:spcPct val="0"/>
              </a:spcAft>
              <a:buFontTx/>
              <a:buChar char="•"/>
            </a:pPr>
            <a:r>
              <a:rPr lang="en-US" altLang="en-US" sz="1600" dirty="0">
                <a:latin typeface="Arial" panose="020B0604020202020204" pitchFamily="34" charset="0"/>
              </a:rPr>
              <a:t>The dataset contains information about </a:t>
            </a:r>
            <a:r>
              <a:rPr lang="en-US" altLang="en-US" sz="1600" b="1" dirty="0">
                <a:latin typeface="Arial" panose="020B0604020202020204" pitchFamily="34" charset="0"/>
              </a:rPr>
              <a:t>Netflix Movies and TV Shows</a:t>
            </a:r>
            <a:r>
              <a:rPr lang="en-US" altLang="en-US" sz="16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Key columns include: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Show 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Type</a:t>
            </a:r>
            <a:r>
              <a:rPr kumimoji="0" lang="en-US" altLang="en-US" sz="1600" b="0" i="0" u="none" strike="noStrike" cap="none" normalizeH="0" baseline="0" dirty="0">
                <a:ln>
                  <a:noFill/>
                </a:ln>
                <a:solidFill>
                  <a:schemeClr val="tx1"/>
                </a:solidFill>
                <a:effectLst/>
                <a:latin typeface="Arial" panose="020B0604020202020204" pitchFamily="34" charset="0"/>
              </a:rPr>
              <a:t> (Movie or TV Show)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Title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Director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Cast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Country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Release Year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Rating</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Duration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Genre (Listed In)</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Date Added</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600" b="1" dirty="0" err="1">
                <a:latin typeface="Arial" panose="020B0604020202020204" pitchFamily="34" charset="0"/>
              </a:rPr>
              <a:t>Discriptiom</a:t>
            </a:r>
            <a:r>
              <a:rPr lang="en-US" altLang="en-US" sz="1600" b="1"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dataset helps analyze content distribution across </a:t>
            </a:r>
            <a:r>
              <a:rPr kumimoji="0" lang="en-US" altLang="en-US" sz="1600" b="1" i="0" u="none" strike="noStrike" cap="none" normalizeH="0" baseline="0" dirty="0">
                <a:ln>
                  <a:noFill/>
                </a:ln>
                <a:solidFill>
                  <a:schemeClr val="tx1"/>
                </a:solidFill>
                <a:effectLst/>
                <a:latin typeface="Arial" panose="020B0604020202020204" pitchFamily="34" charset="0"/>
              </a:rPr>
              <a:t>countries, genres, ratings, and years</a:t>
            </a:r>
            <a:r>
              <a:rPr kumimoji="0" lang="en-US" altLang="en-US" sz="1600" b="0" i="0" u="none" strike="noStrike" cap="none" normalizeH="0" baseline="0" dirty="0">
                <a:ln>
                  <a:noFill/>
                </a:ln>
                <a:solidFill>
                  <a:schemeClr val="tx1"/>
                </a:solidFill>
                <a:effectLst/>
                <a:latin typeface="Arial" panose="020B0604020202020204" pitchFamily="34" charset="0"/>
              </a:rPr>
              <a:t>.</a:t>
            </a:r>
          </a:p>
        </p:txBody>
      </p:sp>
      <p:pic>
        <p:nvPicPr>
          <p:cNvPr id="4" name="Picture 3">
            <a:extLst>
              <a:ext uri="{FF2B5EF4-FFF2-40B4-BE49-F238E27FC236}">
                <a16:creationId xmlns:a16="http://schemas.microsoft.com/office/drawing/2014/main" id="{5CCE12A9-703A-CA3E-7617-75AA5290B266}"/>
              </a:ext>
            </a:extLst>
          </p:cNvPr>
          <p:cNvPicPr>
            <a:picLocks noChangeAspect="1"/>
          </p:cNvPicPr>
          <p:nvPr/>
        </p:nvPicPr>
        <p:blipFill>
          <a:blip r:embed="rId2">
            <a:extLst>
              <a:ext uri="{28A0092B-C50C-407E-A947-70E740481C1C}">
                <a14:useLocalDpi xmlns:a14="http://schemas.microsoft.com/office/drawing/2010/main" val="0"/>
              </a:ext>
            </a:extLst>
          </a:blip>
          <a:srcRect l="4653" t="1689" r="63798" b="12190"/>
          <a:stretch>
            <a:fillRect/>
          </a:stretch>
        </p:blipFill>
        <p:spPr>
          <a:xfrm>
            <a:off x="8064675" y="278536"/>
            <a:ext cx="3457825" cy="6300927"/>
          </a:xfrm>
          <a:prstGeom prst="rect">
            <a:avLst/>
          </a:prstGeom>
        </p:spPr>
      </p:pic>
    </p:spTree>
    <p:extLst>
      <p:ext uri="{BB962C8B-B14F-4D97-AF65-F5344CB8AC3E}">
        <p14:creationId xmlns:p14="http://schemas.microsoft.com/office/powerpoint/2010/main" val="318602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1C8E-7894-D5BA-7CA7-14E7148A4625}"/>
              </a:ext>
            </a:extLst>
          </p:cNvPr>
          <p:cNvSpPr>
            <a:spLocks noGrp="1"/>
          </p:cNvSpPr>
          <p:nvPr>
            <p:ph type="title"/>
          </p:nvPr>
        </p:nvSpPr>
        <p:spPr>
          <a:xfrm>
            <a:off x="189756" y="188640"/>
            <a:ext cx="5756314" cy="577056"/>
          </a:xfrm>
        </p:spPr>
        <p:txBody>
          <a:bodyPr>
            <a:normAutofit/>
          </a:bodyPr>
          <a:lstStyle/>
          <a:p>
            <a:r>
              <a:rPr lang="en-IN" sz="2400" dirty="0"/>
              <a:t>⭐ </a:t>
            </a:r>
            <a:r>
              <a:rPr lang="en-IN" sz="2400" b="1" dirty="0"/>
              <a:t>Suggested Visuals :</a:t>
            </a:r>
            <a:endParaRPr lang="en-IN" sz="2400" dirty="0"/>
          </a:p>
        </p:txBody>
      </p:sp>
      <p:sp>
        <p:nvSpPr>
          <p:cNvPr id="3" name="TextBox 2">
            <a:extLst>
              <a:ext uri="{FF2B5EF4-FFF2-40B4-BE49-F238E27FC236}">
                <a16:creationId xmlns:a16="http://schemas.microsoft.com/office/drawing/2014/main" id="{93254602-ED16-3031-407C-97254B108AFD}"/>
              </a:ext>
            </a:extLst>
          </p:cNvPr>
          <p:cNvSpPr txBox="1"/>
          <p:nvPr/>
        </p:nvSpPr>
        <p:spPr>
          <a:xfrm>
            <a:off x="1701924" y="1052736"/>
            <a:ext cx="9793086" cy="5743111"/>
          </a:xfrm>
          <a:prstGeom prst="rect">
            <a:avLst/>
          </a:prstGeom>
          <a:noFill/>
        </p:spPr>
        <p:txBody>
          <a:bodyPr wrap="square" rtlCol="0">
            <a:spAutoFit/>
          </a:bodyPr>
          <a:lstStyle/>
          <a:p>
            <a:pPr marL="342900" indent="-342900">
              <a:lnSpc>
                <a:spcPct val="90000"/>
              </a:lnSpc>
              <a:buFont typeface="Wingdings" panose="05000000000000000000" pitchFamily="2" charset="2"/>
              <a:buChar char="Ø"/>
            </a:pPr>
            <a:r>
              <a:rPr lang="en-IN" sz="2000" b="1" dirty="0">
                <a:solidFill>
                  <a:srgbClr val="FFFF00"/>
                </a:solidFill>
              </a:rPr>
              <a:t>Cards Visuals : </a:t>
            </a:r>
            <a:r>
              <a:rPr lang="en-US" altLang="en-US" sz="2000" dirty="0"/>
              <a:t>Date Added ,Duration ,Rating ,Genre ,Description , Release Year.</a:t>
            </a:r>
            <a:endParaRPr lang="en-IN" sz="2000" dirty="0"/>
          </a:p>
          <a:p>
            <a:pPr>
              <a:lnSpc>
                <a:spcPct val="90000"/>
              </a:lnSpc>
            </a:pPr>
            <a:r>
              <a:rPr lang="en-IN" sz="1600" dirty="0"/>
              <a:t>     </a:t>
            </a:r>
          </a:p>
          <a:p>
            <a:pPr marL="285750" indent="-285750">
              <a:lnSpc>
                <a:spcPct val="90000"/>
              </a:lnSpc>
              <a:buFont typeface="Wingdings" panose="05000000000000000000" pitchFamily="2" charset="2"/>
              <a:buChar char="Ø"/>
            </a:pPr>
            <a:endParaRPr lang="en-IN" sz="1600" dirty="0"/>
          </a:p>
          <a:p>
            <a:pPr marL="285750" indent="-285750">
              <a:lnSpc>
                <a:spcPct val="90000"/>
              </a:lnSpc>
              <a:buFont typeface="Wingdings" panose="05000000000000000000" pitchFamily="2" charset="2"/>
              <a:buChar char="Ø"/>
            </a:pPr>
            <a:r>
              <a:rPr lang="en-IN" sz="1800" b="1" dirty="0">
                <a:solidFill>
                  <a:srgbClr val="FFFF00"/>
                </a:solidFill>
              </a:rPr>
              <a:t>Map Chart :  </a:t>
            </a:r>
            <a:r>
              <a:rPr lang="en-US" sz="2000" b="1" dirty="0"/>
              <a:t>Map Chart </a:t>
            </a:r>
            <a:r>
              <a:rPr lang="en-US" sz="2000" dirty="0"/>
              <a:t>shows the total Movies and TV Shows by country, using darker colors to highlight countries with more titles.</a:t>
            </a:r>
          </a:p>
          <a:p>
            <a:pPr marL="285750" indent="-285750">
              <a:lnSpc>
                <a:spcPct val="90000"/>
              </a:lnSpc>
              <a:buFont typeface="Wingdings" panose="05000000000000000000" pitchFamily="2" charset="2"/>
              <a:buChar char="Ø"/>
            </a:pPr>
            <a:endParaRPr lang="en-US" sz="2000" dirty="0">
              <a:solidFill>
                <a:srgbClr val="FFFF00"/>
              </a:solidFill>
            </a:endParaRPr>
          </a:p>
          <a:p>
            <a:pPr marL="285750" indent="-285750">
              <a:lnSpc>
                <a:spcPct val="90000"/>
              </a:lnSpc>
              <a:buFont typeface="Wingdings" panose="05000000000000000000" pitchFamily="2" charset="2"/>
              <a:buChar char="Ø"/>
            </a:pPr>
            <a:r>
              <a:rPr lang="en-US" sz="1800" b="1" dirty="0">
                <a:solidFill>
                  <a:srgbClr val="FFFF00"/>
                </a:solidFill>
              </a:rPr>
              <a:t>Column Chart :   </a:t>
            </a:r>
            <a:r>
              <a:rPr lang="en-US" sz="2000" dirty="0"/>
              <a:t>The </a:t>
            </a:r>
            <a:r>
              <a:rPr lang="en-US" sz="2000" b="1" dirty="0"/>
              <a:t>Column chart</a:t>
            </a:r>
            <a:r>
              <a:rPr lang="en-US" sz="2000" dirty="0"/>
              <a:t> compares rating categories by height, showing which rating appears most frequently.</a:t>
            </a:r>
          </a:p>
          <a:p>
            <a:pPr marL="285750" indent="-285750">
              <a:lnSpc>
                <a:spcPct val="90000"/>
              </a:lnSpc>
              <a:buFont typeface="Wingdings" panose="05000000000000000000" pitchFamily="2" charset="2"/>
              <a:buChar char="Ø"/>
            </a:pPr>
            <a:endParaRPr lang="en-US" sz="1600" dirty="0"/>
          </a:p>
          <a:p>
            <a:pPr marL="285750" indent="-285750">
              <a:lnSpc>
                <a:spcPct val="90000"/>
              </a:lnSpc>
              <a:buFont typeface="Wingdings" panose="05000000000000000000" pitchFamily="2" charset="2"/>
              <a:buChar char="Ø"/>
            </a:pPr>
            <a:endParaRPr lang="en-US" sz="1600" dirty="0"/>
          </a:p>
          <a:p>
            <a:pPr marL="285750" indent="-285750">
              <a:lnSpc>
                <a:spcPct val="90000"/>
              </a:lnSpc>
              <a:buFont typeface="Wingdings" panose="05000000000000000000" pitchFamily="2" charset="2"/>
              <a:buChar char="Ø"/>
            </a:pPr>
            <a:r>
              <a:rPr lang="en-US" sz="1800" b="1" dirty="0">
                <a:solidFill>
                  <a:srgbClr val="FFFF00"/>
                </a:solidFill>
              </a:rPr>
              <a:t>Bubble Chart  :   </a:t>
            </a:r>
            <a:r>
              <a:rPr lang="en-US" sz="2000" dirty="0"/>
              <a:t>Shows how Movies and TV Shows are distributed, with bubble size indicating the number of titles.</a:t>
            </a:r>
          </a:p>
          <a:p>
            <a:pPr marL="285750" indent="-285750">
              <a:lnSpc>
                <a:spcPct val="90000"/>
              </a:lnSpc>
              <a:buFont typeface="Wingdings" panose="05000000000000000000" pitchFamily="2" charset="2"/>
              <a:buChar char="Ø"/>
            </a:pPr>
            <a:endParaRPr lang="en-US" sz="1600" dirty="0"/>
          </a:p>
          <a:p>
            <a:pPr marL="285750" indent="-285750">
              <a:lnSpc>
                <a:spcPct val="90000"/>
              </a:lnSpc>
              <a:buFont typeface="Wingdings" panose="05000000000000000000" pitchFamily="2" charset="2"/>
              <a:buChar char="Ø"/>
            </a:pPr>
            <a:endParaRPr lang="en-US" sz="1600" dirty="0"/>
          </a:p>
          <a:p>
            <a:pPr marL="285750" indent="-285750">
              <a:lnSpc>
                <a:spcPct val="90000"/>
              </a:lnSpc>
              <a:buFont typeface="Wingdings" panose="05000000000000000000" pitchFamily="2" charset="2"/>
              <a:buChar char="Ø"/>
            </a:pPr>
            <a:r>
              <a:rPr lang="en-IN" sz="1800" b="1" dirty="0">
                <a:solidFill>
                  <a:srgbClr val="FFFF00"/>
                </a:solidFill>
              </a:rPr>
              <a:t>Bar Chart : </a:t>
            </a:r>
            <a:r>
              <a:rPr lang="en-US" sz="2000" dirty="0"/>
              <a:t>Displays the </a:t>
            </a:r>
            <a:r>
              <a:rPr lang="en-US" sz="2000" b="1" dirty="0"/>
              <a:t>top 10 genres</a:t>
            </a:r>
            <a:r>
              <a:rPr lang="en-US" sz="2000" dirty="0"/>
              <a:t> based on the highest number of titles.</a:t>
            </a:r>
          </a:p>
          <a:p>
            <a:pPr marL="285750" indent="-285750">
              <a:lnSpc>
                <a:spcPct val="90000"/>
              </a:lnSpc>
              <a:buFont typeface="Wingdings" panose="05000000000000000000" pitchFamily="2" charset="2"/>
              <a:buChar char="Ø"/>
            </a:pPr>
            <a:endParaRPr lang="en-US" sz="1600" dirty="0"/>
          </a:p>
          <a:p>
            <a:pPr marL="285750" indent="-285750">
              <a:lnSpc>
                <a:spcPct val="90000"/>
              </a:lnSpc>
              <a:buFont typeface="Wingdings" panose="05000000000000000000" pitchFamily="2" charset="2"/>
              <a:buChar char="Ø"/>
            </a:pPr>
            <a:r>
              <a:rPr lang="en-US" sz="1800" b="1" dirty="0">
                <a:solidFill>
                  <a:srgbClr val="FFFF00"/>
                </a:solidFill>
              </a:rPr>
              <a:t>Line Chart :  </a:t>
            </a:r>
            <a:r>
              <a:rPr lang="en-US" sz="2000" dirty="0"/>
              <a:t>Shows the </a:t>
            </a:r>
            <a:r>
              <a:rPr lang="en-US" sz="2000" b="1" dirty="0"/>
              <a:t>total number of movies released each year</a:t>
            </a:r>
            <a:r>
              <a:rPr lang="en-US" sz="2000" dirty="0"/>
              <a:t>, highlighting the yearly trend.</a:t>
            </a:r>
          </a:p>
          <a:p>
            <a:pPr marL="285750" indent="-285750">
              <a:lnSpc>
                <a:spcPct val="90000"/>
              </a:lnSpc>
              <a:buFont typeface="Wingdings" panose="05000000000000000000" pitchFamily="2" charset="2"/>
              <a:buChar char="Ø"/>
            </a:pPr>
            <a:endParaRPr lang="en-US" sz="2000" dirty="0"/>
          </a:p>
          <a:p>
            <a:pPr marL="285750" indent="-285750">
              <a:lnSpc>
                <a:spcPct val="90000"/>
              </a:lnSpc>
              <a:buFont typeface="Wingdings" panose="05000000000000000000" pitchFamily="2" charset="2"/>
              <a:buChar char="Ø"/>
            </a:pPr>
            <a:r>
              <a:rPr lang="en-US" sz="2000" b="1" dirty="0">
                <a:solidFill>
                  <a:srgbClr val="FFFF00"/>
                </a:solidFill>
              </a:rPr>
              <a:t>Slicers : </a:t>
            </a:r>
            <a:r>
              <a:rPr lang="en-US" sz="2000" dirty="0"/>
              <a:t>Included slicers for </a:t>
            </a:r>
            <a:r>
              <a:rPr lang="en-US" sz="2000" b="1" dirty="0"/>
              <a:t>Type and Title</a:t>
            </a:r>
            <a:r>
              <a:rPr lang="en-US" sz="2000" dirty="0"/>
              <a:t> </a:t>
            </a:r>
            <a:r>
              <a:rPr lang="en-US" sz="2000"/>
              <a:t>to make </a:t>
            </a:r>
            <a:r>
              <a:rPr lang="en-US" sz="2000" dirty="0"/>
              <a:t>the dashboard more interactive.</a:t>
            </a:r>
          </a:p>
          <a:p>
            <a:pPr>
              <a:lnSpc>
                <a:spcPct val="90000"/>
              </a:lnSpc>
            </a:pPr>
            <a:endParaRPr lang="en-US" sz="2000" dirty="0"/>
          </a:p>
          <a:p>
            <a:pPr>
              <a:lnSpc>
                <a:spcPct val="90000"/>
              </a:lnSpc>
            </a:pPr>
            <a:endParaRPr lang="en-IN" sz="1600" dirty="0"/>
          </a:p>
        </p:txBody>
      </p:sp>
    </p:spTree>
    <p:extLst>
      <p:ext uri="{BB962C8B-B14F-4D97-AF65-F5344CB8AC3E}">
        <p14:creationId xmlns:p14="http://schemas.microsoft.com/office/powerpoint/2010/main" val="1545567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ACAE22-8CC9-FCAC-372D-126F324822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764" y="620688"/>
            <a:ext cx="11665296" cy="6083089"/>
          </a:xfrm>
          <a:prstGeom prst="rect">
            <a:avLst/>
          </a:prstGeom>
        </p:spPr>
      </p:pic>
      <p:sp>
        <p:nvSpPr>
          <p:cNvPr id="2" name="TextBox 1">
            <a:extLst>
              <a:ext uri="{FF2B5EF4-FFF2-40B4-BE49-F238E27FC236}">
                <a16:creationId xmlns:a16="http://schemas.microsoft.com/office/drawing/2014/main" id="{56830BE1-D5A2-8DFB-E9CE-7A84F1B4101D}"/>
              </a:ext>
            </a:extLst>
          </p:cNvPr>
          <p:cNvSpPr txBox="1"/>
          <p:nvPr/>
        </p:nvSpPr>
        <p:spPr>
          <a:xfrm>
            <a:off x="477788" y="116632"/>
            <a:ext cx="4320480" cy="369332"/>
          </a:xfrm>
          <a:prstGeom prst="rect">
            <a:avLst/>
          </a:prstGeom>
          <a:noFill/>
        </p:spPr>
        <p:txBody>
          <a:bodyPr wrap="square" rtlCol="0">
            <a:spAutoFit/>
          </a:bodyPr>
          <a:lstStyle/>
          <a:p>
            <a:pPr marL="457200" indent="-457200">
              <a:lnSpc>
                <a:spcPct val="90000"/>
              </a:lnSpc>
              <a:buFont typeface="Wingdings" panose="05000000000000000000" pitchFamily="2" charset="2"/>
              <a:buChar char="Ø"/>
            </a:pPr>
            <a:r>
              <a:rPr lang="en-IN" sz="2000" b="1" dirty="0">
                <a:solidFill>
                  <a:srgbClr val="FFFF00"/>
                </a:solidFill>
              </a:rPr>
              <a:t>Dashboard :</a:t>
            </a:r>
          </a:p>
        </p:txBody>
      </p:sp>
    </p:spTree>
    <p:extLst>
      <p:ext uri="{BB962C8B-B14F-4D97-AF65-F5344CB8AC3E}">
        <p14:creationId xmlns:p14="http://schemas.microsoft.com/office/powerpoint/2010/main" val="3165807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EDEAEC-3DD6-6483-1C40-9193D324019C}"/>
              </a:ext>
            </a:extLst>
          </p:cNvPr>
          <p:cNvSpPr txBox="1"/>
          <p:nvPr/>
        </p:nvSpPr>
        <p:spPr>
          <a:xfrm>
            <a:off x="0" y="260648"/>
            <a:ext cx="3960440" cy="812530"/>
          </a:xfrm>
          <a:prstGeom prst="rect">
            <a:avLst/>
          </a:prstGeom>
          <a:noFill/>
        </p:spPr>
        <p:txBody>
          <a:bodyPr wrap="square" rtlCol="0">
            <a:spAutoFit/>
          </a:bodyPr>
          <a:lstStyle/>
          <a:p>
            <a:pPr marL="952393" lvl="1" indent="-342900">
              <a:lnSpc>
                <a:spcPct val="90000"/>
              </a:lnSpc>
              <a:buFont typeface="Wingdings" panose="05000000000000000000" pitchFamily="2" charset="2"/>
              <a:buChar char="Ø"/>
            </a:pPr>
            <a:r>
              <a:rPr lang="en-IN" b="1" dirty="0">
                <a:solidFill>
                  <a:srgbClr val="FFFF00"/>
                </a:solidFill>
              </a:rPr>
              <a:t>Insight : </a:t>
            </a:r>
          </a:p>
          <a:p>
            <a:pPr>
              <a:lnSpc>
                <a:spcPct val="90000"/>
              </a:lnSpc>
            </a:pPr>
            <a:r>
              <a:rPr lang="en-IN" sz="1800" dirty="0"/>
              <a:t>               </a:t>
            </a:r>
            <a:r>
              <a:rPr lang="en-IN" sz="2800" dirty="0"/>
              <a:t>                    </a:t>
            </a:r>
          </a:p>
        </p:txBody>
      </p:sp>
      <p:sp>
        <p:nvSpPr>
          <p:cNvPr id="3" name="TextBox 2">
            <a:extLst>
              <a:ext uri="{FF2B5EF4-FFF2-40B4-BE49-F238E27FC236}">
                <a16:creationId xmlns:a16="http://schemas.microsoft.com/office/drawing/2014/main" id="{9CA6AF8E-F531-FB0C-2A7C-4705EF6D6FF5}"/>
              </a:ext>
            </a:extLst>
          </p:cNvPr>
          <p:cNvSpPr txBox="1"/>
          <p:nvPr/>
        </p:nvSpPr>
        <p:spPr>
          <a:xfrm>
            <a:off x="2349996" y="620688"/>
            <a:ext cx="9037004" cy="3139321"/>
          </a:xfrm>
          <a:prstGeom prst="rect">
            <a:avLst/>
          </a:prstGeom>
          <a:noFill/>
        </p:spPr>
        <p:txBody>
          <a:bodyPr wrap="square" rtlCol="0">
            <a:spAutoFit/>
          </a:bodyPr>
          <a:lstStyle/>
          <a:p>
            <a:pPr marL="285750" indent="-285750">
              <a:lnSpc>
                <a:spcPct val="90000"/>
              </a:lnSpc>
              <a:buFont typeface="Wingdings" panose="05000000000000000000" pitchFamily="2" charset="2"/>
              <a:buChar char="§"/>
            </a:pPr>
            <a:r>
              <a:rPr lang="en-US" sz="2000" b="1" dirty="0"/>
              <a:t>USA, India, and the UK produce the most titles, </a:t>
            </a:r>
            <a:r>
              <a:rPr lang="en-US" sz="2000" dirty="0"/>
              <a:t>highlighted in darker shades on the Map Chart.</a:t>
            </a:r>
          </a:p>
          <a:p>
            <a:pPr marL="285750" indent="-285750">
              <a:lnSpc>
                <a:spcPct val="90000"/>
              </a:lnSpc>
              <a:buFont typeface="Wingdings" panose="05000000000000000000" pitchFamily="2" charset="2"/>
              <a:buChar char="§"/>
            </a:pPr>
            <a:endParaRPr lang="en-US" sz="2000" b="1" dirty="0"/>
          </a:p>
          <a:p>
            <a:pPr marL="285750" indent="-285750">
              <a:lnSpc>
                <a:spcPct val="90000"/>
              </a:lnSpc>
              <a:buFont typeface="Wingdings" panose="05000000000000000000" pitchFamily="2" charset="2"/>
              <a:buChar char="§"/>
            </a:pPr>
            <a:r>
              <a:rPr lang="en-US" sz="2000" dirty="0"/>
              <a:t>Column Chart shows </a:t>
            </a:r>
            <a:r>
              <a:rPr lang="en-US" sz="2000" b="1" dirty="0"/>
              <a:t>TV-MA and TV-14 are the highest ratings.</a:t>
            </a:r>
          </a:p>
          <a:p>
            <a:pPr marL="285750" indent="-285750">
              <a:lnSpc>
                <a:spcPct val="90000"/>
              </a:lnSpc>
              <a:buFont typeface="Wingdings" panose="05000000000000000000" pitchFamily="2" charset="2"/>
              <a:buChar char="§"/>
            </a:pPr>
            <a:endParaRPr lang="en-US" sz="2000" b="1" dirty="0"/>
          </a:p>
          <a:p>
            <a:pPr marL="285750" indent="-285750">
              <a:lnSpc>
                <a:spcPct val="90000"/>
              </a:lnSpc>
              <a:buFont typeface="Wingdings" panose="05000000000000000000" pitchFamily="2" charset="2"/>
              <a:buChar char="§"/>
            </a:pPr>
            <a:r>
              <a:rPr lang="en-US" sz="2000" dirty="0"/>
              <a:t>Bubble Chart shows</a:t>
            </a:r>
            <a:r>
              <a:rPr lang="en-US" sz="2000" b="1" dirty="0"/>
              <a:t> movies (68%) are more than TV shows (32%).</a:t>
            </a:r>
          </a:p>
          <a:p>
            <a:pPr marL="285750" indent="-285750">
              <a:lnSpc>
                <a:spcPct val="90000"/>
              </a:lnSpc>
              <a:buFont typeface="Wingdings" panose="05000000000000000000" pitchFamily="2" charset="2"/>
              <a:buChar char="§"/>
            </a:pPr>
            <a:endParaRPr lang="en-US" sz="2000" b="1" dirty="0"/>
          </a:p>
          <a:p>
            <a:pPr marL="285750" indent="-285750">
              <a:lnSpc>
                <a:spcPct val="90000"/>
              </a:lnSpc>
              <a:buFont typeface="Wingdings" panose="05000000000000000000" pitchFamily="2" charset="2"/>
              <a:buChar char="§"/>
            </a:pPr>
            <a:r>
              <a:rPr lang="en-US" sz="2000" dirty="0"/>
              <a:t>Bar Chart shows</a:t>
            </a:r>
            <a:r>
              <a:rPr lang="en-US" sz="2000" b="1" dirty="0"/>
              <a:t> Documentaries and Stand-Up Comedy are the top genres</a:t>
            </a:r>
            <a:r>
              <a:rPr lang="en-US" sz="2000" dirty="0"/>
              <a:t>.</a:t>
            </a:r>
          </a:p>
          <a:p>
            <a:pPr marL="285750" indent="-285750">
              <a:lnSpc>
                <a:spcPct val="90000"/>
              </a:lnSpc>
              <a:buFont typeface="Wingdings" panose="05000000000000000000" pitchFamily="2" charset="2"/>
              <a:buChar char="§"/>
            </a:pPr>
            <a:endParaRPr lang="en-US" sz="2000" dirty="0"/>
          </a:p>
          <a:p>
            <a:pPr marL="285750" indent="-285750">
              <a:lnSpc>
                <a:spcPct val="90000"/>
              </a:lnSpc>
              <a:buFont typeface="Wingdings" panose="05000000000000000000" pitchFamily="2" charset="2"/>
              <a:buChar char="§"/>
            </a:pPr>
            <a:r>
              <a:rPr lang="en-US" sz="2000" dirty="0"/>
              <a:t>Line Chart shows </a:t>
            </a:r>
            <a:r>
              <a:rPr lang="en-US" sz="2000" b="1" dirty="0"/>
              <a:t>content increased a lot after 2015 and  TV shows </a:t>
            </a:r>
            <a:r>
              <a:rPr lang="en-US" sz="2000" dirty="0"/>
              <a:t>are growing but still less than movies.”</a:t>
            </a:r>
            <a:endParaRPr lang="en-IN" sz="2000" dirty="0"/>
          </a:p>
        </p:txBody>
      </p:sp>
      <p:sp>
        <p:nvSpPr>
          <p:cNvPr id="4" name="TextBox 3">
            <a:extLst>
              <a:ext uri="{FF2B5EF4-FFF2-40B4-BE49-F238E27FC236}">
                <a16:creationId xmlns:a16="http://schemas.microsoft.com/office/drawing/2014/main" id="{45221A26-F42E-7C69-E30C-D73605E536C2}"/>
              </a:ext>
            </a:extLst>
          </p:cNvPr>
          <p:cNvSpPr txBox="1"/>
          <p:nvPr/>
        </p:nvSpPr>
        <p:spPr>
          <a:xfrm>
            <a:off x="837828" y="4653136"/>
            <a:ext cx="10009112" cy="1424044"/>
          </a:xfrm>
          <a:prstGeom prst="rect">
            <a:avLst/>
          </a:prstGeom>
          <a:noFill/>
        </p:spPr>
        <p:txBody>
          <a:bodyPr wrap="square" rtlCol="0">
            <a:spAutoFit/>
          </a:bodyPr>
          <a:lstStyle/>
          <a:p>
            <a:pPr marL="457200" indent="-457200">
              <a:lnSpc>
                <a:spcPct val="90000"/>
              </a:lnSpc>
              <a:buFont typeface="Wingdings" panose="05000000000000000000" pitchFamily="2" charset="2"/>
              <a:buChar char="Ø"/>
            </a:pPr>
            <a:r>
              <a:rPr lang="en-IN" b="1" dirty="0">
                <a:solidFill>
                  <a:srgbClr val="FFFF00"/>
                </a:solidFill>
              </a:rPr>
              <a:t>Conclusion : </a:t>
            </a:r>
          </a:p>
          <a:p>
            <a:pPr>
              <a:lnSpc>
                <a:spcPct val="90000"/>
              </a:lnSpc>
            </a:pPr>
            <a:r>
              <a:rPr lang="en-IN" b="1" dirty="0">
                <a:solidFill>
                  <a:srgbClr val="FFFF00"/>
                </a:solidFill>
              </a:rPr>
              <a:t>                           </a:t>
            </a:r>
            <a:r>
              <a:rPr lang="en-US" dirty="0">
                <a:latin typeface="Aptos Display" panose="020B0004020202020204" pitchFamily="34" charset="0"/>
              </a:rPr>
              <a:t>Netflix has more movies than TV shows, and most content was added after 2015. The platform has many different genres and ratings. Overall, Netflix’s content library is big, growing fast, and comes from many countries.”</a:t>
            </a:r>
            <a:endParaRPr lang="en-IN" b="1" dirty="0">
              <a:solidFill>
                <a:srgbClr val="FFFF00"/>
              </a:solidFill>
              <a:latin typeface="Aptos Display" panose="020B0004020202020204" pitchFamily="34" charset="0"/>
            </a:endParaRPr>
          </a:p>
        </p:txBody>
      </p:sp>
    </p:spTree>
    <p:extLst>
      <p:ext uri="{BB962C8B-B14F-4D97-AF65-F5344CB8AC3E}">
        <p14:creationId xmlns:p14="http://schemas.microsoft.com/office/powerpoint/2010/main" val="310799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00906F-BB7D-7AB1-A996-B2E76960DB91}"/>
              </a:ext>
            </a:extLst>
          </p:cNvPr>
          <p:cNvSpPr txBox="1"/>
          <p:nvPr/>
        </p:nvSpPr>
        <p:spPr>
          <a:xfrm>
            <a:off x="2671397" y="2924944"/>
            <a:ext cx="6984776" cy="840230"/>
          </a:xfrm>
          <a:prstGeom prst="rect">
            <a:avLst/>
          </a:prstGeom>
          <a:noFill/>
        </p:spPr>
        <p:txBody>
          <a:bodyPr wrap="square" rtlCol="0">
            <a:spAutoFit/>
          </a:bodyPr>
          <a:lstStyle/>
          <a:p>
            <a:pPr algn="ctr">
              <a:lnSpc>
                <a:spcPct val="90000"/>
              </a:lnSpc>
            </a:pPr>
            <a:r>
              <a:rPr lang="en-IN" sz="5400" b="1" dirty="0"/>
              <a:t>THANK YOU </a:t>
            </a:r>
          </a:p>
        </p:txBody>
      </p:sp>
    </p:spTree>
    <p:extLst>
      <p:ext uri="{BB962C8B-B14F-4D97-AF65-F5344CB8AC3E}">
        <p14:creationId xmlns:p14="http://schemas.microsoft.com/office/powerpoint/2010/main" val="178389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d Radial 16x9">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800"/>
        </a:defPPr>
      </a:lstStyle>
    </a:txDef>
  </a:objectDefaults>
  <a:extraClrSchemeLst/>
  <a:extLst>
    <a:ext uri="{05A4C25C-085E-4340-85A3-A5531E510DB2}">
      <thm15:themeFamily xmlns:thm15="http://schemas.microsoft.com/office/thememl/2012/main" name="TF02804895.potx" id="{50B211C3-0308-4A23-B662-EA2AE6F4DF70}" vid="{1581190B-70AB-4E5E-B6DA-D42AF0078983}"/>
    </a:ext>
  </a:extLst>
</a:theme>
</file>

<file path=ppt/theme/theme2.xml><?xml version="1.0" encoding="utf-8"?>
<a:theme xmlns:a="http://schemas.openxmlformats.org/drawingml/2006/main" name="Office Them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RedRadial_16x9">
      <a:dk1>
        <a:sysClr val="windowText" lastClr="000000"/>
      </a:dk1>
      <a:lt1>
        <a:sysClr val="window" lastClr="FFFFFF"/>
      </a:lt1>
      <a:dk2>
        <a:srgbClr val="960000"/>
      </a:dk2>
      <a:lt2>
        <a:srgbClr val="BCB49E"/>
      </a:lt2>
      <a:accent1>
        <a:srgbClr val="DDA859"/>
      </a:accent1>
      <a:accent2>
        <a:srgbClr val="968A68"/>
      </a:accent2>
      <a:accent3>
        <a:srgbClr val="D3432B"/>
      </a:accent3>
      <a:accent4>
        <a:srgbClr val="BD9B47"/>
      </a:accent4>
      <a:accent5>
        <a:srgbClr val="618F91"/>
      </a:accent5>
      <a:accent6>
        <a:srgbClr val="DD7323"/>
      </a:accent6>
      <a:hlink>
        <a:srgbClr val="DDA859"/>
      </a:hlink>
      <a:folHlink>
        <a:srgbClr val="968A68"/>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100000"/>
                <a:shade val="80000"/>
                <a:satMod val="100000"/>
              </a:schemeClr>
            </a:gs>
            <a:gs pos="65000">
              <a:schemeClr val="phClr">
                <a:tint val="100000"/>
                <a:shade val="40000"/>
                <a:satMod val="100000"/>
              </a:schemeClr>
            </a:gs>
            <a:gs pos="100000">
              <a:schemeClr val="phClr">
                <a:shade val="5000"/>
                <a:satMod val="100000"/>
              </a:schemeClr>
            </a:gs>
          </a:gsLst>
          <a:path path="circle">
            <a:fillToRect l="25000" t="25000" r="25000" b="25000"/>
          </a:path>
        </a:gradFill>
        <a:gradFill flip="none" rotWithShape="1">
          <a:gsLst>
            <a:gs pos="17000">
              <a:schemeClr val="phClr"/>
            </a:gs>
            <a:gs pos="71000">
              <a:schemeClr val="phClr">
                <a:tint val="100000"/>
                <a:shade val="40000"/>
                <a:satMod val="100000"/>
              </a:schemeClr>
            </a:gs>
            <a:gs pos="100000">
              <a:schemeClr val="phClr">
                <a:shade val="5000"/>
                <a:satMod val="10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Red radial lines presentation (widescreen)</Template>
  <TotalTime>175</TotalTime>
  <Words>402</Words>
  <Application>Microsoft Office PowerPoint</Application>
  <PresentationFormat>Custom</PresentationFormat>
  <Paragraphs>67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 Display</vt:lpstr>
      <vt:lpstr>Arial</vt:lpstr>
      <vt:lpstr>Arial Black</vt:lpstr>
      <vt:lpstr>Cambria</vt:lpstr>
      <vt:lpstr>Wingdings</vt:lpstr>
      <vt:lpstr>Red Radial 16x9</vt:lpstr>
      <vt:lpstr>NETFLIX    DASHBOARD</vt:lpstr>
      <vt:lpstr>PowerPoint Presentation</vt:lpstr>
      <vt:lpstr>Dataset Information :</vt:lpstr>
      <vt:lpstr>⭐ Suggested Visuals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rushikesh thorat</dc:creator>
  <cp:lastModifiedBy>rushikesh thorat</cp:lastModifiedBy>
  <cp:revision>1</cp:revision>
  <dcterms:created xsi:type="dcterms:W3CDTF">2025-11-14T10:13:47Z</dcterms:created>
  <dcterms:modified xsi:type="dcterms:W3CDTF">2025-11-15T13:36:07Z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